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Default Extension="jpg" ContentType="image/jpg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6230600" cy="9144000"/>
  <p:notesSz cx="16230600" cy="9144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17295" y="2834640"/>
            <a:ext cx="13796010" cy="192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434590" y="5120640"/>
            <a:ext cx="11361420" cy="228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1315"/>
              </a:lnSpc>
            </a:pPr>
            <a:r>
              <a:rPr dirty="0" spc="-110"/>
              <a:t>THE</a:t>
            </a:r>
            <a:r>
              <a:rPr dirty="0" spc="-30"/>
              <a:t> </a:t>
            </a:r>
            <a:r>
              <a:rPr dirty="0" spc="-80"/>
              <a:t>CULINARY</a:t>
            </a:r>
            <a:r>
              <a:rPr dirty="0" spc="-70"/>
              <a:t> </a:t>
            </a:r>
            <a:r>
              <a:rPr dirty="0" spc="-40"/>
              <a:t>HUB</a:t>
            </a:r>
            <a:r>
              <a:rPr dirty="0" spc="225"/>
              <a:t> </a:t>
            </a:r>
            <a:r>
              <a:rPr dirty="0" sz="1200"/>
              <a:t>•</a:t>
            </a:r>
            <a:r>
              <a:rPr dirty="0" sz="1200" spc="365"/>
              <a:t> </a:t>
            </a:r>
            <a:r>
              <a:rPr dirty="0" spc="-55"/>
              <a:t>Restaurant</a:t>
            </a:r>
            <a:r>
              <a:rPr dirty="0" spc="-125"/>
              <a:t> </a:t>
            </a:r>
            <a:r>
              <a:rPr dirty="0" spc="-30"/>
              <a:t>Menu</a:t>
            </a:r>
            <a:r>
              <a:rPr dirty="0" spc="-75"/>
              <a:t> </a:t>
            </a:r>
            <a:r>
              <a:rPr dirty="0" spc="-40"/>
              <a:t>Management</a:t>
            </a:r>
            <a:r>
              <a:rPr dirty="0" spc="-120"/>
              <a:t> </a:t>
            </a:r>
            <a:r>
              <a:rPr dirty="0" spc="-30"/>
              <a:t>System</a:t>
            </a:r>
            <a:endParaRPr sz="1200"/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1115"/>
              </a:lnSpc>
            </a:pPr>
            <a:fld id="{81D60167-4931-47E6-BA6A-407CBD079E47}" type="slidenum">
              <a:rPr dirty="0" spc="-34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1315"/>
              </a:lnSpc>
            </a:pPr>
            <a:r>
              <a:rPr dirty="0" spc="-110"/>
              <a:t>THE</a:t>
            </a:r>
            <a:r>
              <a:rPr dirty="0" spc="-30"/>
              <a:t> </a:t>
            </a:r>
            <a:r>
              <a:rPr dirty="0" spc="-80"/>
              <a:t>CULINARY</a:t>
            </a:r>
            <a:r>
              <a:rPr dirty="0" spc="-70"/>
              <a:t> </a:t>
            </a:r>
            <a:r>
              <a:rPr dirty="0" spc="-40"/>
              <a:t>HUB</a:t>
            </a:r>
            <a:r>
              <a:rPr dirty="0" spc="225"/>
              <a:t> </a:t>
            </a:r>
            <a:r>
              <a:rPr dirty="0" sz="1200"/>
              <a:t>•</a:t>
            </a:r>
            <a:r>
              <a:rPr dirty="0" sz="1200" spc="365"/>
              <a:t> </a:t>
            </a:r>
            <a:r>
              <a:rPr dirty="0" spc="-55"/>
              <a:t>Restaurant</a:t>
            </a:r>
            <a:r>
              <a:rPr dirty="0" spc="-125"/>
              <a:t> </a:t>
            </a:r>
            <a:r>
              <a:rPr dirty="0" spc="-30"/>
              <a:t>Menu</a:t>
            </a:r>
            <a:r>
              <a:rPr dirty="0" spc="-75"/>
              <a:t> </a:t>
            </a:r>
            <a:r>
              <a:rPr dirty="0" spc="-40"/>
              <a:t>Management</a:t>
            </a:r>
            <a:r>
              <a:rPr dirty="0" spc="-120"/>
              <a:t> </a:t>
            </a:r>
            <a:r>
              <a:rPr dirty="0" spc="-30"/>
              <a:t>System</a:t>
            </a:r>
            <a:endParaRPr sz="1200"/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1115"/>
              </a:lnSpc>
            </a:pPr>
            <a:fld id="{81D60167-4931-47E6-BA6A-407CBD079E47}" type="slidenum">
              <a:rPr dirty="0" spc="-34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11530" y="2103120"/>
            <a:ext cx="7060311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358759" y="2103120"/>
            <a:ext cx="7060311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1315"/>
              </a:lnSpc>
            </a:pPr>
            <a:r>
              <a:rPr dirty="0" spc="-110"/>
              <a:t>THE</a:t>
            </a:r>
            <a:r>
              <a:rPr dirty="0" spc="-30"/>
              <a:t> </a:t>
            </a:r>
            <a:r>
              <a:rPr dirty="0" spc="-80"/>
              <a:t>CULINARY</a:t>
            </a:r>
            <a:r>
              <a:rPr dirty="0" spc="-70"/>
              <a:t> </a:t>
            </a:r>
            <a:r>
              <a:rPr dirty="0" spc="-40"/>
              <a:t>HUB</a:t>
            </a:r>
            <a:r>
              <a:rPr dirty="0" spc="225"/>
              <a:t> </a:t>
            </a:r>
            <a:r>
              <a:rPr dirty="0" sz="1200"/>
              <a:t>•</a:t>
            </a:r>
            <a:r>
              <a:rPr dirty="0" sz="1200" spc="365"/>
              <a:t> </a:t>
            </a:r>
            <a:r>
              <a:rPr dirty="0" spc="-55"/>
              <a:t>Restaurant</a:t>
            </a:r>
            <a:r>
              <a:rPr dirty="0" spc="-125"/>
              <a:t> </a:t>
            </a:r>
            <a:r>
              <a:rPr dirty="0" spc="-30"/>
              <a:t>Menu</a:t>
            </a:r>
            <a:r>
              <a:rPr dirty="0" spc="-75"/>
              <a:t> </a:t>
            </a:r>
            <a:r>
              <a:rPr dirty="0" spc="-40"/>
              <a:t>Management</a:t>
            </a:r>
            <a:r>
              <a:rPr dirty="0" spc="-120"/>
              <a:t> </a:t>
            </a:r>
            <a:r>
              <a:rPr dirty="0" spc="-30"/>
              <a:t>System</a:t>
            </a:r>
            <a:endParaRPr sz="1200"/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1115"/>
              </a:lnSpc>
            </a:pPr>
            <a:fld id="{81D60167-4931-47E6-BA6A-407CBD079E47}" type="slidenum">
              <a:rPr dirty="0" spc="-34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1315"/>
              </a:lnSpc>
            </a:pPr>
            <a:r>
              <a:rPr dirty="0" spc="-110"/>
              <a:t>THE</a:t>
            </a:r>
            <a:r>
              <a:rPr dirty="0" spc="-30"/>
              <a:t> </a:t>
            </a:r>
            <a:r>
              <a:rPr dirty="0" spc="-80"/>
              <a:t>CULINARY</a:t>
            </a:r>
            <a:r>
              <a:rPr dirty="0" spc="-70"/>
              <a:t> </a:t>
            </a:r>
            <a:r>
              <a:rPr dirty="0" spc="-40"/>
              <a:t>HUB</a:t>
            </a:r>
            <a:r>
              <a:rPr dirty="0" spc="225"/>
              <a:t> </a:t>
            </a:r>
            <a:r>
              <a:rPr dirty="0" sz="1200"/>
              <a:t>•</a:t>
            </a:r>
            <a:r>
              <a:rPr dirty="0" sz="1200" spc="365"/>
              <a:t> </a:t>
            </a:r>
            <a:r>
              <a:rPr dirty="0" spc="-55"/>
              <a:t>Restaurant</a:t>
            </a:r>
            <a:r>
              <a:rPr dirty="0" spc="-125"/>
              <a:t> </a:t>
            </a:r>
            <a:r>
              <a:rPr dirty="0" spc="-30"/>
              <a:t>Menu</a:t>
            </a:r>
            <a:r>
              <a:rPr dirty="0" spc="-75"/>
              <a:t> </a:t>
            </a:r>
            <a:r>
              <a:rPr dirty="0" spc="-40"/>
              <a:t>Management</a:t>
            </a:r>
            <a:r>
              <a:rPr dirty="0" spc="-120"/>
              <a:t> </a:t>
            </a:r>
            <a:r>
              <a:rPr dirty="0" spc="-30"/>
              <a:t>System</a:t>
            </a:r>
            <a:endParaRPr sz="1200"/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1115"/>
              </a:lnSpc>
            </a:pPr>
            <a:fld id="{81D60167-4931-47E6-BA6A-407CBD079E47}" type="slidenum">
              <a:rPr dirty="0" spc="-34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1315"/>
              </a:lnSpc>
            </a:pPr>
            <a:r>
              <a:rPr dirty="0" spc="-110"/>
              <a:t>THE</a:t>
            </a:r>
            <a:r>
              <a:rPr dirty="0" spc="-30"/>
              <a:t> </a:t>
            </a:r>
            <a:r>
              <a:rPr dirty="0" spc="-80"/>
              <a:t>CULINARY</a:t>
            </a:r>
            <a:r>
              <a:rPr dirty="0" spc="-70"/>
              <a:t> </a:t>
            </a:r>
            <a:r>
              <a:rPr dirty="0" spc="-40"/>
              <a:t>HUB</a:t>
            </a:r>
            <a:r>
              <a:rPr dirty="0" spc="225"/>
              <a:t> </a:t>
            </a:r>
            <a:r>
              <a:rPr dirty="0" sz="1200"/>
              <a:t>•</a:t>
            </a:r>
            <a:r>
              <a:rPr dirty="0" sz="1200" spc="365"/>
              <a:t> </a:t>
            </a:r>
            <a:r>
              <a:rPr dirty="0" spc="-55"/>
              <a:t>Restaurant</a:t>
            </a:r>
            <a:r>
              <a:rPr dirty="0" spc="-125"/>
              <a:t> </a:t>
            </a:r>
            <a:r>
              <a:rPr dirty="0" spc="-30"/>
              <a:t>Menu</a:t>
            </a:r>
            <a:r>
              <a:rPr dirty="0" spc="-75"/>
              <a:t> </a:t>
            </a:r>
            <a:r>
              <a:rPr dirty="0" spc="-40"/>
              <a:t>Management</a:t>
            </a:r>
            <a:r>
              <a:rPr dirty="0" spc="-120"/>
              <a:t> </a:t>
            </a:r>
            <a:r>
              <a:rPr dirty="0" spc="-30"/>
              <a:t>System</a:t>
            </a:r>
            <a:endParaRPr sz="1200"/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1115"/>
              </a:lnSpc>
            </a:pPr>
            <a:fld id="{81D60167-4931-47E6-BA6A-407CBD079E47}" type="slidenum">
              <a:rPr dirty="0" spc="-34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6230600" cy="914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16230600" cy="2921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0"/>
            <a:ext cx="16230600" cy="1778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1700" y="204935"/>
            <a:ext cx="6034405" cy="1212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11530" y="2103120"/>
            <a:ext cx="1460754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901700" y="8627922"/>
            <a:ext cx="4197350" cy="1720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1315"/>
              </a:lnSpc>
            </a:pPr>
            <a:r>
              <a:rPr dirty="0" spc="-110"/>
              <a:t>THE</a:t>
            </a:r>
            <a:r>
              <a:rPr dirty="0" spc="-30"/>
              <a:t> </a:t>
            </a:r>
            <a:r>
              <a:rPr dirty="0" spc="-80"/>
              <a:t>CULINARY</a:t>
            </a:r>
            <a:r>
              <a:rPr dirty="0" spc="-70"/>
              <a:t> </a:t>
            </a:r>
            <a:r>
              <a:rPr dirty="0" spc="-40"/>
              <a:t>HUB</a:t>
            </a:r>
            <a:r>
              <a:rPr dirty="0" spc="225"/>
              <a:t> </a:t>
            </a:r>
            <a:r>
              <a:rPr dirty="0" sz="1200"/>
              <a:t>•</a:t>
            </a:r>
            <a:r>
              <a:rPr dirty="0" sz="1200" spc="365"/>
              <a:t> </a:t>
            </a:r>
            <a:r>
              <a:rPr dirty="0" spc="-55"/>
              <a:t>Restaurant</a:t>
            </a:r>
            <a:r>
              <a:rPr dirty="0" spc="-125"/>
              <a:t> </a:t>
            </a:r>
            <a:r>
              <a:rPr dirty="0" spc="-30"/>
              <a:t>Menu</a:t>
            </a:r>
            <a:r>
              <a:rPr dirty="0" spc="-75"/>
              <a:t> </a:t>
            </a:r>
            <a:r>
              <a:rPr dirty="0" spc="-40"/>
              <a:t>Management</a:t>
            </a:r>
            <a:r>
              <a:rPr dirty="0" spc="-120"/>
              <a:t> </a:t>
            </a:r>
            <a:r>
              <a:rPr dirty="0" spc="-30"/>
              <a:t>System</a:t>
            </a:r>
            <a:endParaRPr sz="1200"/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11530" y="8503920"/>
            <a:ext cx="3733038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5113000" y="8637981"/>
            <a:ext cx="223519" cy="142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1115"/>
              </a:lnSpc>
            </a:pPr>
            <a:fld id="{81D60167-4931-47E6-BA6A-407CBD079E47}" type="slidenum">
              <a:rPr dirty="0" spc="-34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image" Target="../media/image32.png"/><Relationship Id="rId11" Type="http://schemas.openxmlformats.org/officeDocument/2006/relationships/image" Target="../media/image33.png"/><Relationship Id="rId12" Type="http://schemas.openxmlformats.org/officeDocument/2006/relationships/image" Target="../media/image34.png"/><Relationship Id="rId13" Type="http://schemas.openxmlformats.org/officeDocument/2006/relationships/image" Target="../media/image35.png"/><Relationship Id="rId14" Type="http://schemas.openxmlformats.org/officeDocument/2006/relationships/image" Target="../media/image36.png"/><Relationship Id="rId15" Type="http://schemas.openxmlformats.org/officeDocument/2006/relationships/image" Target="../media/image37.png"/><Relationship Id="rId16" Type="http://schemas.openxmlformats.org/officeDocument/2006/relationships/image" Target="../media/image38.png"/><Relationship Id="rId17" Type="http://schemas.openxmlformats.org/officeDocument/2006/relationships/image" Target="../media/image39.png"/><Relationship Id="rId18" Type="http://schemas.openxmlformats.org/officeDocument/2006/relationships/image" Target="../media/image40.png"/><Relationship Id="rId19" Type="http://schemas.openxmlformats.org/officeDocument/2006/relationships/image" Target="../media/image41.png"/><Relationship Id="rId20" Type="http://schemas.openxmlformats.org/officeDocument/2006/relationships/image" Target="../media/image42.png"/><Relationship Id="rId21" Type="http://schemas.openxmlformats.org/officeDocument/2006/relationships/image" Target="../media/image43.png"/><Relationship Id="rId22" Type="http://schemas.openxmlformats.org/officeDocument/2006/relationships/image" Target="../media/image44.png"/><Relationship Id="rId23" Type="http://schemas.openxmlformats.org/officeDocument/2006/relationships/image" Target="../media/image45.png"/><Relationship Id="rId24" Type="http://schemas.openxmlformats.org/officeDocument/2006/relationships/image" Target="../media/image46.png"/><Relationship Id="rId25" Type="http://schemas.openxmlformats.org/officeDocument/2006/relationships/image" Target="../media/image47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53.png"/><Relationship Id="rId8" Type="http://schemas.openxmlformats.org/officeDocument/2006/relationships/image" Target="../media/image54.png"/><Relationship Id="rId9" Type="http://schemas.openxmlformats.org/officeDocument/2006/relationships/image" Target="../media/image55.png"/><Relationship Id="rId10" Type="http://schemas.openxmlformats.org/officeDocument/2006/relationships/image" Target="../media/image56.png"/><Relationship Id="rId11" Type="http://schemas.openxmlformats.org/officeDocument/2006/relationships/image" Target="../media/image57.png"/><Relationship Id="rId12" Type="http://schemas.openxmlformats.org/officeDocument/2006/relationships/image" Target="../media/image58.png"/><Relationship Id="rId13" Type="http://schemas.openxmlformats.org/officeDocument/2006/relationships/image" Target="../media/image59.png"/><Relationship Id="rId14" Type="http://schemas.openxmlformats.org/officeDocument/2006/relationships/image" Target="../media/image60.png"/><Relationship Id="rId15" Type="http://schemas.openxmlformats.org/officeDocument/2006/relationships/image" Target="../media/image61.png"/><Relationship Id="rId16" Type="http://schemas.openxmlformats.org/officeDocument/2006/relationships/image" Target="../media/image62.png"/><Relationship Id="rId17" Type="http://schemas.openxmlformats.org/officeDocument/2006/relationships/image" Target="../media/image63.png"/><Relationship Id="rId18" Type="http://schemas.openxmlformats.org/officeDocument/2006/relationships/image" Target="../media/image64.png"/><Relationship Id="rId19" Type="http://schemas.openxmlformats.org/officeDocument/2006/relationships/image" Target="../media/image65.png"/><Relationship Id="rId20" Type="http://schemas.openxmlformats.org/officeDocument/2006/relationships/image" Target="../media/image66.png"/><Relationship Id="rId21" Type="http://schemas.openxmlformats.org/officeDocument/2006/relationships/image" Target="../media/image67.png"/><Relationship Id="rId22" Type="http://schemas.openxmlformats.org/officeDocument/2006/relationships/image" Target="../media/image68.png"/><Relationship Id="rId23" Type="http://schemas.openxmlformats.org/officeDocument/2006/relationships/image" Target="../media/image69.png"/><Relationship Id="rId24" Type="http://schemas.openxmlformats.org/officeDocument/2006/relationships/image" Target="../media/image70.png"/><Relationship Id="rId25" Type="http://schemas.openxmlformats.org/officeDocument/2006/relationships/image" Target="../media/image71.png"/><Relationship Id="rId26" Type="http://schemas.openxmlformats.org/officeDocument/2006/relationships/image" Target="../media/image72.png"/><Relationship Id="rId27" Type="http://schemas.openxmlformats.org/officeDocument/2006/relationships/image" Target="../media/image73.png"/><Relationship Id="rId28" Type="http://schemas.openxmlformats.org/officeDocument/2006/relationships/image" Target="../media/image74.png"/><Relationship Id="rId29" Type="http://schemas.openxmlformats.org/officeDocument/2006/relationships/image" Target="../media/image75.png"/><Relationship Id="rId30" Type="http://schemas.openxmlformats.org/officeDocument/2006/relationships/image" Target="../media/image76.png"/><Relationship Id="rId31" Type="http://schemas.openxmlformats.org/officeDocument/2006/relationships/image" Target="../media/image77.png"/><Relationship Id="rId32" Type="http://schemas.openxmlformats.org/officeDocument/2006/relationships/image" Target="../media/image78.png"/><Relationship Id="rId33" Type="http://schemas.openxmlformats.org/officeDocument/2006/relationships/image" Target="../media/image79.png"/><Relationship Id="rId34" Type="http://schemas.openxmlformats.org/officeDocument/2006/relationships/image" Target="../media/image80.png"/><Relationship Id="rId35" Type="http://schemas.openxmlformats.org/officeDocument/2006/relationships/image" Target="../media/image81.png"/><Relationship Id="rId36" Type="http://schemas.openxmlformats.org/officeDocument/2006/relationships/image" Target="../media/image82.png"/><Relationship Id="rId37" Type="http://schemas.openxmlformats.org/officeDocument/2006/relationships/image" Target="../media/image83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4.png"/><Relationship Id="rId3" Type="http://schemas.openxmlformats.org/officeDocument/2006/relationships/image" Target="../media/image49.png"/><Relationship Id="rId4" Type="http://schemas.openxmlformats.org/officeDocument/2006/relationships/image" Target="../media/image85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86.png"/><Relationship Id="rId8" Type="http://schemas.openxmlformats.org/officeDocument/2006/relationships/image" Target="../media/image87.png"/><Relationship Id="rId9" Type="http://schemas.openxmlformats.org/officeDocument/2006/relationships/image" Target="../media/image55.png"/><Relationship Id="rId10" Type="http://schemas.openxmlformats.org/officeDocument/2006/relationships/image" Target="../media/image56.png"/><Relationship Id="rId11" Type="http://schemas.openxmlformats.org/officeDocument/2006/relationships/image" Target="../media/image57.png"/><Relationship Id="rId12" Type="http://schemas.openxmlformats.org/officeDocument/2006/relationships/image" Target="../media/image88.png"/><Relationship Id="rId13" Type="http://schemas.openxmlformats.org/officeDocument/2006/relationships/image" Target="../media/image89.png"/><Relationship Id="rId14" Type="http://schemas.openxmlformats.org/officeDocument/2006/relationships/image" Target="../media/image90.png"/><Relationship Id="rId15" Type="http://schemas.openxmlformats.org/officeDocument/2006/relationships/image" Target="../media/image61.png"/><Relationship Id="rId16" Type="http://schemas.openxmlformats.org/officeDocument/2006/relationships/image" Target="../media/image91.png"/><Relationship Id="rId17" Type="http://schemas.openxmlformats.org/officeDocument/2006/relationships/image" Target="../media/image63.png"/><Relationship Id="rId18" Type="http://schemas.openxmlformats.org/officeDocument/2006/relationships/image" Target="../media/image92.png"/><Relationship Id="rId19" Type="http://schemas.openxmlformats.org/officeDocument/2006/relationships/image" Target="../media/image93.png"/><Relationship Id="rId20" Type="http://schemas.openxmlformats.org/officeDocument/2006/relationships/image" Target="../media/image94.png"/><Relationship Id="rId21" Type="http://schemas.openxmlformats.org/officeDocument/2006/relationships/image" Target="../media/image67.png"/><Relationship Id="rId22" Type="http://schemas.openxmlformats.org/officeDocument/2006/relationships/image" Target="../media/image95.png"/><Relationship Id="rId23" Type="http://schemas.openxmlformats.org/officeDocument/2006/relationships/image" Target="../media/image69.png"/><Relationship Id="rId24" Type="http://schemas.openxmlformats.org/officeDocument/2006/relationships/image" Target="../media/image70.png"/><Relationship Id="rId25" Type="http://schemas.openxmlformats.org/officeDocument/2006/relationships/image" Target="../media/image96.png"/><Relationship Id="rId26" Type="http://schemas.openxmlformats.org/officeDocument/2006/relationships/image" Target="../media/image97.png"/><Relationship Id="rId27" Type="http://schemas.openxmlformats.org/officeDocument/2006/relationships/image" Target="../media/image73.png"/><Relationship Id="rId28" Type="http://schemas.openxmlformats.org/officeDocument/2006/relationships/image" Target="../media/image74.png"/><Relationship Id="rId29" Type="http://schemas.openxmlformats.org/officeDocument/2006/relationships/image" Target="../media/image75.png"/><Relationship Id="rId30" Type="http://schemas.openxmlformats.org/officeDocument/2006/relationships/image" Target="../media/image98.png"/><Relationship Id="rId31" Type="http://schemas.openxmlformats.org/officeDocument/2006/relationships/image" Target="../media/image77.png"/><Relationship Id="rId32" Type="http://schemas.openxmlformats.org/officeDocument/2006/relationships/image" Target="../media/image99.png"/><Relationship Id="rId33" Type="http://schemas.openxmlformats.org/officeDocument/2006/relationships/image" Target="../media/image79.png"/><Relationship Id="rId34" Type="http://schemas.openxmlformats.org/officeDocument/2006/relationships/image" Target="../media/image100.png"/><Relationship Id="rId35" Type="http://schemas.openxmlformats.org/officeDocument/2006/relationships/image" Target="../media/image81.png"/><Relationship Id="rId36" Type="http://schemas.openxmlformats.org/officeDocument/2006/relationships/image" Target="../media/image101.png"/><Relationship Id="rId37" Type="http://schemas.openxmlformats.org/officeDocument/2006/relationships/image" Target="../media/image10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3.png"/><Relationship Id="rId3" Type="http://schemas.openxmlformats.org/officeDocument/2006/relationships/image" Target="../media/image49.png"/><Relationship Id="rId4" Type="http://schemas.openxmlformats.org/officeDocument/2006/relationships/image" Target="../media/image104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Relationship Id="rId7" Type="http://schemas.openxmlformats.org/officeDocument/2006/relationships/image" Target="../media/image53.png"/><Relationship Id="rId8" Type="http://schemas.openxmlformats.org/officeDocument/2006/relationships/image" Target="../media/image105.png"/><Relationship Id="rId9" Type="http://schemas.openxmlformats.org/officeDocument/2006/relationships/image" Target="../media/image55.png"/><Relationship Id="rId10" Type="http://schemas.openxmlformats.org/officeDocument/2006/relationships/image" Target="../media/image56.png"/><Relationship Id="rId11" Type="http://schemas.openxmlformats.org/officeDocument/2006/relationships/image" Target="../media/image57.png"/><Relationship Id="rId12" Type="http://schemas.openxmlformats.org/officeDocument/2006/relationships/image" Target="../media/image106.png"/><Relationship Id="rId13" Type="http://schemas.openxmlformats.org/officeDocument/2006/relationships/image" Target="../media/image59.png"/><Relationship Id="rId14" Type="http://schemas.openxmlformats.org/officeDocument/2006/relationships/image" Target="../media/image107.png"/><Relationship Id="rId15" Type="http://schemas.openxmlformats.org/officeDocument/2006/relationships/image" Target="../media/image61.png"/><Relationship Id="rId16" Type="http://schemas.openxmlformats.org/officeDocument/2006/relationships/image" Target="../media/image108.png"/><Relationship Id="rId17" Type="http://schemas.openxmlformats.org/officeDocument/2006/relationships/image" Target="../media/image63.png"/><Relationship Id="rId18" Type="http://schemas.openxmlformats.org/officeDocument/2006/relationships/image" Target="../media/image109.png"/><Relationship Id="rId19" Type="http://schemas.openxmlformats.org/officeDocument/2006/relationships/image" Target="../media/image65.png"/><Relationship Id="rId20" Type="http://schemas.openxmlformats.org/officeDocument/2006/relationships/image" Target="../media/image110.png"/><Relationship Id="rId21" Type="http://schemas.openxmlformats.org/officeDocument/2006/relationships/image" Target="../media/image67.png"/><Relationship Id="rId22" Type="http://schemas.openxmlformats.org/officeDocument/2006/relationships/image" Target="../media/image111.png"/><Relationship Id="rId23" Type="http://schemas.openxmlformats.org/officeDocument/2006/relationships/image" Target="../media/image69.png"/><Relationship Id="rId24" Type="http://schemas.openxmlformats.org/officeDocument/2006/relationships/image" Target="../media/image70.png"/><Relationship Id="rId25" Type="http://schemas.openxmlformats.org/officeDocument/2006/relationships/image" Target="../media/image71.png"/><Relationship Id="rId26" Type="http://schemas.openxmlformats.org/officeDocument/2006/relationships/image" Target="../media/image112.png"/><Relationship Id="rId27" Type="http://schemas.openxmlformats.org/officeDocument/2006/relationships/image" Target="../media/image73.png"/><Relationship Id="rId28" Type="http://schemas.openxmlformats.org/officeDocument/2006/relationships/image" Target="../media/image74.png"/><Relationship Id="rId29" Type="http://schemas.openxmlformats.org/officeDocument/2006/relationships/image" Target="../media/image75.png"/><Relationship Id="rId30" Type="http://schemas.openxmlformats.org/officeDocument/2006/relationships/image" Target="../media/image113.png"/><Relationship Id="rId31" Type="http://schemas.openxmlformats.org/officeDocument/2006/relationships/image" Target="../media/image77.png"/><Relationship Id="rId32" Type="http://schemas.openxmlformats.org/officeDocument/2006/relationships/image" Target="../media/image114.png"/><Relationship Id="rId33" Type="http://schemas.openxmlformats.org/officeDocument/2006/relationships/image" Target="../media/image79.png"/><Relationship Id="rId34" Type="http://schemas.openxmlformats.org/officeDocument/2006/relationships/image" Target="../media/image115.png"/><Relationship Id="rId35" Type="http://schemas.openxmlformats.org/officeDocument/2006/relationships/image" Target="../media/image81.png"/><Relationship Id="rId36" Type="http://schemas.openxmlformats.org/officeDocument/2006/relationships/image" Target="../media/image116.png"/><Relationship Id="rId37" Type="http://schemas.openxmlformats.org/officeDocument/2006/relationships/image" Target="../media/image83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7.png"/><Relationship Id="rId3" Type="http://schemas.openxmlformats.org/officeDocument/2006/relationships/image" Target="../media/image118.png"/><Relationship Id="rId4" Type="http://schemas.openxmlformats.org/officeDocument/2006/relationships/image" Target="../media/image119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0.png"/><Relationship Id="rId3" Type="http://schemas.openxmlformats.org/officeDocument/2006/relationships/image" Target="../media/image121.png"/><Relationship Id="rId4" Type="http://schemas.openxmlformats.org/officeDocument/2006/relationships/image" Target="../media/image122.png"/><Relationship Id="rId5" Type="http://schemas.openxmlformats.org/officeDocument/2006/relationships/image" Target="../media/image123.png"/><Relationship Id="rId6" Type="http://schemas.openxmlformats.org/officeDocument/2006/relationships/image" Target="../media/image124.png"/><Relationship Id="rId7" Type="http://schemas.openxmlformats.org/officeDocument/2006/relationships/image" Target="../media/image125.png"/><Relationship Id="rId8" Type="http://schemas.openxmlformats.org/officeDocument/2006/relationships/image" Target="../media/image126.png"/><Relationship Id="rId9" Type="http://schemas.openxmlformats.org/officeDocument/2006/relationships/image" Target="../media/image127.png"/><Relationship Id="rId10" Type="http://schemas.openxmlformats.org/officeDocument/2006/relationships/image" Target="../media/image128.png"/><Relationship Id="rId11" Type="http://schemas.openxmlformats.org/officeDocument/2006/relationships/image" Target="../media/image129.png"/><Relationship Id="rId12" Type="http://schemas.openxmlformats.org/officeDocument/2006/relationships/image" Target="../media/image130.png"/><Relationship Id="rId13" Type="http://schemas.openxmlformats.org/officeDocument/2006/relationships/image" Target="../media/image131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2.png"/><Relationship Id="rId3" Type="http://schemas.openxmlformats.org/officeDocument/2006/relationships/image" Target="../media/image133.png"/><Relationship Id="rId4" Type="http://schemas.openxmlformats.org/officeDocument/2006/relationships/image" Target="../media/image134.png"/><Relationship Id="rId5" Type="http://schemas.openxmlformats.org/officeDocument/2006/relationships/image" Target="../media/image135.png"/><Relationship Id="rId6" Type="http://schemas.openxmlformats.org/officeDocument/2006/relationships/image" Target="../media/image136.png"/><Relationship Id="rId7" Type="http://schemas.openxmlformats.org/officeDocument/2006/relationships/image" Target="../media/image137.png"/><Relationship Id="rId8" Type="http://schemas.openxmlformats.org/officeDocument/2006/relationships/image" Target="../media/image138.png"/><Relationship Id="rId9" Type="http://schemas.openxmlformats.org/officeDocument/2006/relationships/image" Target="../media/image139.png"/><Relationship Id="rId10" Type="http://schemas.openxmlformats.org/officeDocument/2006/relationships/image" Target="../media/image140.png"/><Relationship Id="rId11" Type="http://schemas.openxmlformats.org/officeDocument/2006/relationships/image" Target="../media/image141.png"/><Relationship Id="rId12" Type="http://schemas.openxmlformats.org/officeDocument/2006/relationships/image" Target="../media/image142.png"/><Relationship Id="rId13" Type="http://schemas.openxmlformats.org/officeDocument/2006/relationships/image" Target="../media/image143.png"/><Relationship Id="rId14" Type="http://schemas.openxmlformats.org/officeDocument/2006/relationships/image" Target="../media/image144.png"/><Relationship Id="rId15" Type="http://schemas.openxmlformats.org/officeDocument/2006/relationships/image" Target="../media/image145.png"/><Relationship Id="rId16" Type="http://schemas.openxmlformats.org/officeDocument/2006/relationships/image" Target="../media/image146.png"/><Relationship Id="rId17" Type="http://schemas.openxmlformats.org/officeDocument/2006/relationships/image" Target="../media/image147.png"/><Relationship Id="rId18" Type="http://schemas.openxmlformats.org/officeDocument/2006/relationships/image" Target="../media/image148.png"/><Relationship Id="rId19" Type="http://schemas.openxmlformats.org/officeDocument/2006/relationships/image" Target="../media/image149.png"/><Relationship Id="rId20" Type="http://schemas.openxmlformats.org/officeDocument/2006/relationships/image" Target="../media/image150.png"/><Relationship Id="rId21" Type="http://schemas.openxmlformats.org/officeDocument/2006/relationships/image" Target="../media/image151.png"/><Relationship Id="rId22" Type="http://schemas.openxmlformats.org/officeDocument/2006/relationships/image" Target="../media/image152.png"/><Relationship Id="rId23" Type="http://schemas.openxmlformats.org/officeDocument/2006/relationships/image" Target="../media/image153.png"/><Relationship Id="rId24" Type="http://schemas.openxmlformats.org/officeDocument/2006/relationships/image" Target="../media/image154.png"/><Relationship Id="rId25" Type="http://schemas.openxmlformats.org/officeDocument/2006/relationships/image" Target="../media/image155.png"/><Relationship Id="rId26" Type="http://schemas.openxmlformats.org/officeDocument/2006/relationships/image" Target="../media/image156.png"/><Relationship Id="rId27" Type="http://schemas.openxmlformats.org/officeDocument/2006/relationships/image" Target="../media/image157.png"/><Relationship Id="rId28" Type="http://schemas.openxmlformats.org/officeDocument/2006/relationships/image" Target="../media/image158.png"/><Relationship Id="rId29" Type="http://schemas.openxmlformats.org/officeDocument/2006/relationships/image" Target="../media/image159.png"/><Relationship Id="rId30" Type="http://schemas.openxmlformats.org/officeDocument/2006/relationships/image" Target="../media/image160.png"/><Relationship Id="rId31" Type="http://schemas.openxmlformats.org/officeDocument/2006/relationships/image" Target="../media/image161.png"/><Relationship Id="rId32" Type="http://schemas.openxmlformats.org/officeDocument/2006/relationships/image" Target="../media/image162.png"/><Relationship Id="rId33" Type="http://schemas.openxmlformats.org/officeDocument/2006/relationships/image" Target="../media/image163.png"/><Relationship Id="rId34" Type="http://schemas.openxmlformats.org/officeDocument/2006/relationships/image" Target="../media/image164.png"/><Relationship Id="rId35" Type="http://schemas.openxmlformats.org/officeDocument/2006/relationships/image" Target="../media/image165.png"/><Relationship Id="rId36" Type="http://schemas.openxmlformats.org/officeDocument/2006/relationships/image" Target="../media/image166.png"/><Relationship Id="rId37" Type="http://schemas.openxmlformats.org/officeDocument/2006/relationships/image" Target="../media/image167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68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69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17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17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6230600" cy="9144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508000" y="7480300"/>
            <a:ext cx="3136900" cy="736600"/>
            <a:chOff x="508000" y="7480300"/>
            <a:chExt cx="3136900" cy="7366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8000" y="7480300"/>
              <a:ext cx="3136900" cy="736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4200" y="7531100"/>
              <a:ext cx="2971800" cy="558800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12700000" y="1143000"/>
            <a:ext cx="2768600" cy="736600"/>
            <a:chOff x="12700000" y="1143000"/>
            <a:chExt cx="2768600" cy="736600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700000" y="1143000"/>
              <a:ext cx="2768600" cy="736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776200" y="1193800"/>
              <a:ext cx="2616200" cy="558800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11595100" y="7658100"/>
            <a:ext cx="3873500" cy="596900"/>
            <a:chOff x="11595100" y="7658100"/>
            <a:chExt cx="3873500" cy="596900"/>
          </a:xfrm>
        </p:grpSpPr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595100" y="7658100"/>
              <a:ext cx="3873500" cy="5969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684000" y="7721600"/>
              <a:ext cx="3708400" cy="419100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5791200" y="1331975"/>
            <a:ext cx="4627880" cy="6673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4200" spc="-325">
                <a:latin typeface="Microsoft Sans Serif"/>
                <a:cs typeface="Microsoft Sans Serif"/>
              </a:rPr>
              <a:t>THE</a:t>
            </a:r>
            <a:r>
              <a:rPr dirty="0" sz="4200" spc="-250">
                <a:latin typeface="Microsoft Sans Serif"/>
                <a:cs typeface="Microsoft Sans Serif"/>
              </a:rPr>
              <a:t> </a:t>
            </a:r>
            <a:r>
              <a:rPr dirty="0" sz="4200" spc="-254">
                <a:latin typeface="Microsoft Sans Serif"/>
                <a:cs typeface="Microsoft Sans Serif"/>
              </a:rPr>
              <a:t>CULINARY</a:t>
            </a:r>
            <a:r>
              <a:rPr dirty="0" sz="4200" spc="-505">
                <a:latin typeface="Microsoft Sans Serif"/>
                <a:cs typeface="Microsoft Sans Serif"/>
              </a:rPr>
              <a:t> </a:t>
            </a:r>
            <a:r>
              <a:rPr dirty="0" sz="4200" spc="-315">
                <a:latin typeface="Microsoft Sans Serif"/>
                <a:cs typeface="Microsoft Sans Serif"/>
              </a:rPr>
              <a:t>HUB</a:t>
            </a:r>
            <a:endParaRPr sz="4200">
              <a:latin typeface="Microsoft Sans Serif"/>
              <a:cs typeface="Microsoft Sans Serif"/>
            </a:endParaRPr>
          </a:p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4419600" y="2388006"/>
            <a:ext cx="7358380" cy="1764664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5900" spc="-455"/>
              <a:t>RESTAURANT</a:t>
            </a:r>
            <a:r>
              <a:rPr dirty="0" sz="5900" spc="-550"/>
              <a:t> </a:t>
            </a:r>
            <a:r>
              <a:rPr dirty="0" sz="5900" spc="-405"/>
              <a:t>MENU</a:t>
            </a:r>
            <a:endParaRPr sz="5900"/>
          </a:p>
          <a:p>
            <a:pPr algn="ctr">
              <a:lnSpc>
                <a:spcPct val="100000"/>
              </a:lnSpc>
              <a:spcBef>
                <a:spcPts val="70"/>
              </a:spcBef>
            </a:pPr>
            <a:r>
              <a:rPr dirty="0" sz="5450" spc="-254"/>
              <a:t>MANAGEMENT</a:t>
            </a:r>
            <a:r>
              <a:rPr dirty="0" sz="5450" spc="-585"/>
              <a:t> </a:t>
            </a:r>
            <a:r>
              <a:rPr dirty="0" sz="5450" spc="-395"/>
              <a:t>SYSTEM</a:t>
            </a:r>
            <a:endParaRPr sz="5450"/>
          </a:p>
        </p:txBody>
      </p:sp>
      <p:grpSp>
        <p:nvGrpSpPr>
          <p:cNvPr id="14" name="object 14"/>
          <p:cNvGrpSpPr/>
          <p:nvPr/>
        </p:nvGrpSpPr>
        <p:grpSpPr>
          <a:xfrm>
            <a:off x="4343400" y="4978400"/>
            <a:ext cx="7594600" cy="1384300"/>
            <a:chOff x="4343400" y="4978400"/>
            <a:chExt cx="7594600" cy="1384300"/>
          </a:xfrm>
        </p:grpSpPr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343400" y="4978400"/>
              <a:ext cx="7594600" cy="13843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419600" y="5029200"/>
              <a:ext cx="7429500" cy="120650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5918200" y="6740918"/>
            <a:ext cx="4375785" cy="3949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400" spc="-30">
                <a:latin typeface="Microsoft Sans Serif"/>
                <a:cs typeface="Microsoft Sans Serif"/>
              </a:rPr>
              <a:t>Python</a:t>
            </a:r>
            <a:r>
              <a:rPr dirty="0" sz="2400" spc="204">
                <a:latin typeface="Microsoft Sans Serif"/>
                <a:cs typeface="Microsoft Sans Serif"/>
              </a:rPr>
              <a:t> </a:t>
            </a:r>
            <a:r>
              <a:rPr dirty="0" sz="2350">
                <a:latin typeface="Microsoft Sans Serif"/>
                <a:cs typeface="Microsoft Sans Serif"/>
              </a:rPr>
              <a:t>•</a:t>
            </a:r>
            <a:r>
              <a:rPr dirty="0" sz="2350" spc="475">
                <a:latin typeface="Microsoft Sans Serif"/>
                <a:cs typeface="Microsoft Sans Serif"/>
              </a:rPr>
              <a:t> </a:t>
            </a:r>
            <a:r>
              <a:rPr dirty="0" sz="2400" spc="-40">
                <a:latin typeface="Microsoft Sans Serif"/>
                <a:cs typeface="Microsoft Sans Serif"/>
              </a:rPr>
              <a:t>Tkinter</a:t>
            </a:r>
            <a:r>
              <a:rPr dirty="0" sz="2400" spc="204">
                <a:latin typeface="Microsoft Sans Serif"/>
                <a:cs typeface="Microsoft Sans Serif"/>
              </a:rPr>
              <a:t> </a:t>
            </a:r>
            <a:r>
              <a:rPr dirty="0" sz="2350">
                <a:latin typeface="Microsoft Sans Serif"/>
                <a:cs typeface="Microsoft Sans Serif"/>
              </a:rPr>
              <a:t>•</a:t>
            </a:r>
            <a:r>
              <a:rPr dirty="0" sz="2350" spc="475">
                <a:latin typeface="Microsoft Sans Serif"/>
                <a:cs typeface="Microsoft Sans Serif"/>
              </a:rPr>
              <a:t> </a:t>
            </a:r>
            <a:r>
              <a:rPr dirty="0" sz="2400" spc="-75">
                <a:latin typeface="Microsoft Sans Serif"/>
                <a:cs typeface="Microsoft Sans Serif"/>
              </a:rPr>
              <a:t>SQLite</a:t>
            </a:r>
            <a:r>
              <a:rPr dirty="0" sz="2400" spc="170">
                <a:latin typeface="Microsoft Sans Serif"/>
                <a:cs typeface="Microsoft Sans Serif"/>
              </a:rPr>
              <a:t> </a:t>
            </a:r>
            <a:r>
              <a:rPr dirty="0" sz="2350">
                <a:latin typeface="Microsoft Sans Serif"/>
                <a:cs typeface="Microsoft Sans Serif"/>
              </a:rPr>
              <a:t>•</a:t>
            </a:r>
            <a:r>
              <a:rPr dirty="0" sz="2350" spc="475">
                <a:latin typeface="Microsoft Sans Serif"/>
                <a:cs typeface="Microsoft Sans Serif"/>
              </a:rPr>
              <a:t> </a:t>
            </a:r>
            <a:r>
              <a:rPr dirty="0" sz="2400" spc="-65">
                <a:latin typeface="Microsoft Sans Serif"/>
                <a:cs typeface="Microsoft Sans Serif"/>
              </a:rPr>
              <a:t>CSV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15"/>
              </a:lnSpc>
            </a:pPr>
            <a:r>
              <a:rPr dirty="0" spc="-110"/>
              <a:t>THE</a:t>
            </a:r>
            <a:r>
              <a:rPr dirty="0" spc="-30"/>
              <a:t> </a:t>
            </a:r>
            <a:r>
              <a:rPr dirty="0" spc="-80"/>
              <a:t>CULINARY</a:t>
            </a:r>
            <a:r>
              <a:rPr dirty="0" spc="-70"/>
              <a:t> </a:t>
            </a:r>
            <a:r>
              <a:rPr dirty="0" spc="-40"/>
              <a:t>HUB</a:t>
            </a:r>
            <a:r>
              <a:rPr dirty="0" spc="225"/>
              <a:t> </a:t>
            </a:r>
            <a:r>
              <a:rPr dirty="0" sz="1200"/>
              <a:t>•</a:t>
            </a:r>
            <a:r>
              <a:rPr dirty="0" sz="1200" spc="365"/>
              <a:t> </a:t>
            </a:r>
            <a:r>
              <a:rPr dirty="0" spc="-55"/>
              <a:t>Restaurant</a:t>
            </a:r>
            <a:r>
              <a:rPr dirty="0" spc="-125"/>
              <a:t> </a:t>
            </a:r>
            <a:r>
              <a:rPr dirty="0" spc="-30"/>
              <a:t>Menu</a:t>
            </a:r>
            <a:r>
              <a:rPr dirty="0" spc="-75"/>
              <a:t> </a:t>
            </a:r>
            <a:r>
              <a:rPr dirty="0" spc="-40"/>
              <a:t>Management</a:t>
            </a:r>
            <a:r>
              <a:rPr dirty="0" spc="-120"/>
              <a:t> </a:t>
            </a:r>
            <a:r>
              <a:rPr dirty="0" spc="-30"/>
              <a:t>System</a:t>
            </a:r>
            <a:endParaRPr sz="1200"/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15"/>
              </a:lnSpc>
            </a:pPr>
            <a:fld id="{81D60167-4931-47E6-BA6A-407CBD079E47}" type="slidenum">
              <a:rPr dirty="0" spc="-340"/>
              <a:t>10</a:t>
            </a:fld>
          </a:p>
        </p:txBody>
      </p:sp>
      <p:sp>
        <p:nvSpPr>
          <p:cNvPr id="18" name="object 18"/>
          <p:cNvSpPr txBox="1"/>
          <p:nvPr/>
        </p:nvSpPr>
        <p:spPr>
          <a:xfrm>
            <a:off x="1079500" y="4373737"/>
            <a:ext cx="9675495" cy="141351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350" spc="-285" b="1">
                <a:latin typeface="Arial"/>
                <a:cs typeface="Arial"/>
              </a:rPr>
              <a:t>R</a:t>
            </a:r>
            <a:r>
              <a:rPr dirty="0" sz="3450" spc="-285" b="1">
                <a:latin typeface="Tahoma"/>
                <a:cs typeface="Tahoma"/>
              </a:rPr>
              <a:t>ohit</a:t>
            </a:r>
            <a:r>
              <a:rPr dirty="0" sz="3450" spc="-380" b="1">
                <a:latin typeface="Tahoma"/>
                <a:cs typeface="Tahoma"/>
              </a:rPr>
              <a:t> </a:t>
            </a:r>
            <a:r>
              <a:rPr dirty="0" sz="3350" spc="-20" b="1">
                <a:latin typeface="Arial"/>
                <a:cs typeface="Arial"/>
              </a:rPr>
              <a:t>Yada</a:t>
            </a:r>
            <a:r>
              <a:rPr dirty="0" sz="3450" spc="-20" b="1">
                <a:latin typeface="Tahoma"/>
                <a:cs typeface="Tahoma"/>
              </a:rPr>
              <a:t>v</a:t>
            </a:r>
            <a:endParaRPr sz="3450">
              <a:latin typeface="Tahoma"/>
              <a:cs typeface="Tahoma"/>
            </a:endParaRPr>
          </a:p>
          <a:p>
            <a:pPr marL="4419600">
              <a:lnSpc>
                <a:spcPct val="100000"/>
              </a:lnSpc>
              <a:spcBef>
                <a:spcPts val="3360"/>
              </a:spcBef>
            </a:pPr>
            <a:r>
              <a:rPr dirty="0" sz="2800" spc="-80">
                <a:latin typeface="Microsoft Sans Serif"/>
                <a:cs typeface="Microsoft Sans Serif"/>
              </a:rPr>
              <a:t>3</a:t>
            </a:r>
            <a:r>
              <a:rPr dirty="0" sz="2850" spc="-80">
                <a:latin typeface="Microsoft Sans Serif"/>
                <a:cs typeface="Microsoft Sans Serif"/>
              </a:rPr>
              <a:t>D</a:t>
            </a:r>
            <a:r>
              <a:rPr dirty="0" sz="2850" spc="-320">
                <a:latin typeface="Microsoft Sans Serif"/>
                <a:cs typeface="Microsoft Sans Serif"/>
              </a:rPr>
              <a:t> </a:t>
            </a:r>
            <a:r>
              <a:rPr dirty="0" sz="2850" spc="-215">
                <a:latin typeface="Microsoft Sans Serif"/>
                <a:cs typeface="Microsoft Sans Serif"/>
              </a:rPr>
              <a:t>MINI</a:t>
            </a:r>
            <a:r>
              <a:rPr dirty="0" sz="2850" spc="-35">
                <a:latin typeface="Microsoft Sans Serif"/>
                <a:cs typeface="Microsoft Sans Serif"/>
              </a:rPr>
              <a:t> </a:t>
            </a:r>
            <a:r>
              <a:rPr dirty="0" sz="2850" spc="-229">
                <a:latin typeface="Microsoft Sans Serif"/>
                <a:cs typeface="Microsoft Sans Serif"/>
              </a:rPr>
              <a:t>PROJECT</a:t>
            </a:r>
            <a:r>
              <a:rPr dirty="0" sz="2850" spc="-270">
                <a:latin typeface="Microsoft Sans Serif"/>
                <a:cs typeface="Microsoft Sans Serif"/>
              </a:rPr>
              <a:t> PRESENTATION</a:t>
            </a:r>
            <a:endParaRPr sz="28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39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85"/>
              </a:spcBef>
            </a:pPr>
            <a:r>
              <a:rPr dirty="0" sz="4050" spc="-459"/>
              <a:t>01</a:t>
            </a:r>
            <a:r>
              <a:rPr dirty="0" sz="4050" spc="925"/>
              <a:t> </a:t>
            </a:r>
            <a:r>
              <a:rPr dirty="0" spc="-135"/>
              <a:t>Project</a:t>
            </a:r>
            <a:r>
              <a:rPr dirty="0" spc="-260"/>
              <a:t> </a:t>
            </a:r>
            <a:r>
              <a:rPr dirty="0" spc="-10"/>
              <a:t>Overview</a:t>
            </a:r>
            <a:endParaRPr sz="4050"/>
          </a:p>
          <a:p>
            <a:pPr marL="38100">
              <a:lnSpc>
                <a:spcPct val="100000"/>
              </a:lnSpc>
              <a:spcBef>
                <a:spcPts val="680"/>
              </a:spcBef>
            </a:pPr>
            <a:r>
              <a:rPr dirty="0" sz="1800" spc="-65"/>
              <a:t>Professional</a:t>
            </a:r>
            <a:r>
              <a:rPr dirty="0" sz="1800" spc="90"/>
              <a:t> </a:t>
            </a:r>
            <a:r>
              <a:rPr dirty="0" sz="1800" spc="-55"/>
              <a:t>presentation</a:t>
            </a:r>
            <a:r>
              <a:rPr dirty="0" sz="1800" spc="-85"/>
              <a:t> </a:t>
            </a:r>
            <a:r>
              <a:rPr dirty="0" sz="1800"/>
              <a:t>of</a:t>
            </a:r>
            <a:r>
              <a:rPr dirty="0" sz="1800" spc="-145"/>
              <a:t> </a:t>
            </a:r>
            <a:r>
              <a:rPr dirty="0" sz="1800" spc="-35"/>
              <a:t>the</a:t>
            </a:r>
            <a:r>
              <a:rPr dirty="0" sz="1800" spc="-110"/>
              <a:t> </a:t>
            </a:r>
            <a:r>
              <a:rPr dirty="0" sz="1800" spc="-35"/>
              <a:t>working</a:t>
            </a:r>
            <a:r>
              <a:rPr dirty="0" sz="1800" spc="-125"/>
              <a:t> </a:t>
            </a:r>
            <a:r>
              <a:rPr dirty="0" sz="1800" spc="-70"/>
              <a:t>mini</a:t>
            </a:r>
            <a:r>
              <a:rPr dirty="0" sz="1800" spc="-40"/>
              <a:t> </a:t>
            </a:r>
            <a:r>
              <a:rPr dirty="0" sz="1800" spc="-10"/>
              <a:t>project</a:t>
            </a:r>
            <a:endParaRPr sz="1800"/>
          </a:p>
        </p:txBody>
      </p:sp>
      <p:grpSp>
        <p:nvGrpSpPr>
          <p:cNvPr id="3" name="object 3"/>
          <p:cNvGrpSpPr/>
          <p:nvPr/>
        </p:nvGrpSpPr>
        <p:grpSpPr>
          <a:xfrm>
            <a:off x="749299" y="1689025"/>
            <a:ext cx="7430134" cy="6350635"/>
            <a:chOff x="749299" y="1689025"/>
            <a:chExt cx="7430134" cy="63506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9017" y="1828726"/>
              <a:ext cx="7289945" cy="621036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7883" y="1892314"/>
              <a:ext cx="7124578" cy="601978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9314" y="1689025"/>
              <a:ext cx="7289945" cy="619766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5486" y="1739914"/>
              <a:ext cx="7124578" cy="601978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9299" y="1689025"/>
              <a:ext cx="292100" cy="619766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5499" y="1739914"/>
              <a:ext cx="139700" cy="6019787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925068" y="1964372"/>
            <a:ext cx="5840730" cy="206184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44805">
              <a:lnSpc>
                <a:spcPct val="100000"/>
              </a:lnSpc>
              <a:spcBef>
                <a:spcPts val="130"/>
              </a:spcBef>
            </a:pPr>
            <a:r>
              <a:rPr dirty="0" sz="2600" spc="-150">
                <a:latin typeface="Microsoft Sans Serif"/>
                <a:cs typeface="Microsoft Sans Serif"/>
              </a:rPr>
              <a:t>PROJECT</a:t>
            </a:r>
            <a:r>
              <a:rPr dirty="0" sz="2600" spc="-155">
                <a:latin typeface="Microsoft Sans Serif"/>
                <a:cs typeface="Microsoft Sans Serif"/>
              </a:rPr>
              <a:t> </a:t>
            </a:r>
            <a:r>
              <a:rPr dirty="0" sz="2600" spc="-20">
                <a:latin typeface="Microsoft Sans Serif"/>
                <a:cs typeface="Microsoft Sans Serif"/>
              </a:rPr>
              <a:t>IDEA</a:t>
            </a:r>
            <a:endParaRPr sz="2600">
              <a:latin typeface="Microsoft Sans Serif"/>
              <a:cs typeface="Microsoft Sans Serif"/>
            </a:endParaRPr>
          </a:p>
          <a:p>
            <a:pPr marL="12700" marR="5080">
              <a:lnSpc>
                <a:spcPts val="2160"/>
              </a:lnSpc>
              <a:spcBef>
                <a:spcPts val="2050"/>
              </a:spcBef>
            </a:pPr>
            <a:r>
              <a:rPr dirty="0" sz="1900" spc="60">
                <a:latin typeface="Microsoft Sans Serif"/>
                <a:cs typeface="Microsoft Sans Serif"/>
              </a:rPr>
              <a:t>A</a:t>
            </a:r>
            <a:r>
              <a:rPr dirty="0" sz="1900" spc="-225">
                <a:latin typeface="Microsoft Sans Serif"/>
                <a:cs typeface="Microsoft Sans Serif"/>
              </a:rPr>
              <a:t> </a:t>
            </a:r>
            <a:r>
              <a:rPr dirty="0" sz="1900" spc="-55">
                <a:latin typeface="Microsoft Sans Serif"/>
                <a:cs typeface="Microsoft Sans Serif"/>
              </a:rPr>
              <a:t>desktop</a:t>
            </a:r>
            <a:r>
              <a:rPr dirty="0" sz="1900" spc="-130">
                <a:latin typeface="Microsoft Sans Serif"/>
                <a:cs typeface="Microsoft Sans Serif"/>
              </a:rPr>
              <a:t> </a:t>
            </a:r>
            <a:r>
              <a:rPr dirty="0" sz="1900" spc="-70">
                <a:latin typeface="Microsoft Sans Serif"/>
                <a:cs typeface="Microsoft Sans Serif"/>
              </a:rPr>
              <a:t>application</a:t>
            </a:r>
            <a:r>
              <a:rPr dirty="0" sz="1900" spc="-40">
                <a:latin typeface="Microsoft Sans Serif"/>
                <a:cs typeface="Microsoft Sans Serif"/>
              </a:rPr>
              <a:t> </a:t>
            </a:r>
            <a:r>
              <a:rPr dirty="0" sz="1900" spc="-35">
                <a:latin typeface="Microsoft Sans Serif"/>
                <a:cs typeface="Microsoft Sans Serif"/>
              </a:rPr>
              <a:t>that</a:t>
            </a:r>
            <a:r>
              <a:rPr dirty="0" sz="1900" spc="-165">
                <a:latin typeface="Microsoft Sans Serif"/>
                <a:cs typeface="Microsoft Sans Serif"/>
              </a:rPr>
              <a:t> </a:t>
            </a:r>
            <a:r>
              <a:rPr dirty="0" sz="1900" spc="-90">
                <a:latin typeface="Microsoft Sans Serif"/>
                <a:cs typeface="Microsoft Sans Serif"/>
              </a:rPr>
              <a:t>manages</a:t>
            </a:r>
            <a:r>
              <a:rPr dirty="0" sz="1900" spc="-160">
                <a:latin typeface="Microsoft Sans Serif"/>
                <a:cs typeface="Microsoft Sans Serif"/>
              </a:rPr>
              <a:t> </a:t>
            </a:r>
            <a:r>
              <a:rPr dirty="0" sz="1900" spc="-60">
                <a:latin typeface="Microsoft Sans Serif"/>
                <a:cs typeface="Microsoft Sans Serif"/>
              </a:rPr>
              <a:t>restaurant</a:t>
            </a:r>
            <a:r>
              <a:rPr dirty="0" sz="1900" spc="-165">
                <a:latin typeface="Microsoft Sans Serif"/>
                <a:cs typeface="Microsoft Sans Serif"/>
              </a:rPr>
              <a:t> </a:t>
            </a:r>
            <a:r>
              <a:rPr dirty="0" sz="1900" spc="-80">
                <a:latin typeface="Microsoft Sans Serif"/>
                <a:cs typeface="Microsoft Sans Serif"/>
              </a:rPr>
              <a:t>menu</a:t>
            </a:r>
            <a:r>
              <a:rPr dirty="0" sz="1900" spc="-35">
                <a:latin typeface="Microsoft Sans Serif"/>
                <a:cs typeface="Microsoft Sans Serif"/>
              </a:rPr>
              <a:t> </a:t>
            </a:r>
            <a:r>
              <a:rPr dirty="0" sz="1900" spc="-30">
                <a:latin typeface="Microsoft Sans Serif"/>
                <a:cs typeface="Microsoft Sans Serif"/>
              </a:rPr>
              <a:t>items </a:t>
            </a:r>
            <a:r>
              <a:rPr dirty="0" sz="1900" spc="-60">
                <a:latin typeface="Microsoft Sans Serif"/>
                <a:cs typeface="Microsoft Sans Serif"/>
              </a:rPr>
              <a:t>through</a:t>
            </a:r>
            <a:r>
              <a:rPr dirty="0" sz="1900" spc="-70">
                <a:latin typeface="Microsoft Sans Serif"/>
                <a:cs typeface="Microsoft Sans Serif"/>
              </a:rPr>
              <a:t> </a:t>
            </a:r>
            <a:r>
              <a:rPr dirty="0" sz="1900" spc="-135">
                <a:latin typeface="Microsoft Sans Serif"/>
                <a:cs typeface="Microsoft Sans Serif"/>
              </a:rPr>
              <a:t>a</a:t>
            </a:r>
            <a:r>
              <a:rPr dirty="0" sz="1900" spc="-130">
                <a:latin typeface="Microsoft Sans Serif"/>
                <a:cs typeface="Microsoft Sans Serif"/>
              </a:rPr>
              <a:t> </a:t>
            </a:r>
            <a:r>
              <a:rPr dirty="0" sz="1900" spc="-80">
                <a:latin typeface="Microsoft Sans Serif"/>
                <a:cs typeface="Microsoft Sans Serif"/>
              </a:rPr>
              <a:t>simple</a:t>
            </a:r>
            <a:r>
              <a:rPr dirty="0" sz="1900" spc="-105">
                <a:latin typeface="Microsoft Sans Serif"/>
                <a:cs typeface="Microsoft Sans Serif"/>
              </a:rPr>
              <a:t> </a:t>
            </a:r>
            <a:r>
              <a:rPr dirty="0" sz="1900" spc="-90">
                <a:latin typeface="Microsoft Sans Serif"/>
                <a:cs typeface="Microsoft Sans Serif"/>
              </a:rPr>
              <a:t>graphical</a:t>
            </a:r>
            <a:r>
              <a:rPr dirty="0" sz="1900" spc="45">
                <a:latin typeface="Microsoft Sans Serif"/>
                <a:cs typeface="Microsoft Sans Serif"/>
              </a:rPr>
              <a:t> </a:t>
            </a:r>
            <a:r>
              <a:rPr dirty="0" sz="1900" spc="-10">
                <a:latin typeface="Microsoft Sans Serif"/>
                <a:cs typeface="Microsoft Sans Serif"/>
              </a:rPr>
              <a:t>interface</a:t>
            </a:r>
            <a:r>
              <a:rPr dirty="0" sz="1850" spc="-10">
                <a:latin typeface="Microsoft Sans Serif"/>
                <a:cs typeface="Microsoft Sans Serif"/>
              </a:rPr>
              <a:t>.</a:t>
            </a:r>
            <a:endParaRPr sz="18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800">
              <a:latin typeface="Microsoft Sans Serif"/>
              <a:cs typeface="Microsoft Sans Serif"/>
            </a:endParaRPr>
          </a:p>
          <a:p>
            <a:pPr marL="12700" marR="260350">
              <a:lnSpc>
                <a:spcPts val="2160"/>
              </a:lnSpc>
            </a:pPr>
            <a:r>
              <a:rPr dirty="0" sz="1900" spc="-70">
                <a:latin typeface="Microsoft Sans Serif"/>
                <a:cs typeface="Microsoft Sans Serif"/>
              </a:rPr>
              <a:t>The</a:t>
            </a:r>
            <a:r>
              <a:rPr dirty="0" sz="1900" spc="-185">
                <a:latin typeface="Microsoft Sans Serif"/>
                <a:cs typeface="Microsoft Sans Serif"/>
              </a:rPr>
              <a:t> </a:t>
            </a:r>
            <a:r>
              <a:rPr dirty="0" sz="1900" spc="-70">
                <a:latin typeface="Microsoft Sans Serif"/>
                <a:cs typeface="Microsoft Sans Serif"/>
              </a:rPr>
              <a:t>application</a:t>
            </a:r>
            <a:r>
              <a:rPr dirty="0" sz="1900" spc="-35">
                <a:latin typeface="Microsoft Sans Serif"/>
                <a:cs typeface="Microsoft Sans Serif"/>
              </a:rPr>
              <a:t> </a:t>
            </a:r>
            <a:r>
              <a:rPr dirty="0" sz="1900" spc="-80">
                <a:latin typeface="Microsoft Sans Serif"/>
                <a:cs typeface="Microsoft Sans Serif"/>
              </a:rPr>
              <a:t>combines</a:t>
            </a:r>
            <a:r>
              <a:rPr dirty="0" sz="1900" spc="-50">
                <a:latin typeface="Microsoft Sans Serif"/>
                <a:cs typeface="Microsoft Sans Serif"/>
              </a:rPr>
              <a:t> </a:t>
            </a:r>
            <a:r>
              <a:rPr dirty="0" sz="1900" spc="-70">
                <a:latin typeface="Microsoft Sans Serif"/>
                <a:cs typeface="Microsoft Sans Serif"/>
              </a:rPr>
              <a:t>Python</a:t>
            </a:r>
            <a:r>
              <a:rPr dirty="0" sz="1900" spc="-150">
                <a:latin typeface="Microsoft Sans Serif"/>
                <a:cs typeface="Microsoft Sans Serif"/>
              </a:rPr>
              <a:t> </a:t>
            </a:r>
            <a:r>
              <a:rPr dirty="0" sz="1900" spc="-180">
                <a:latin typeface="Microsoft Sans Serif"/>
                <a:cs typeface="Microsoft Sans Serif"/>
              </a:rPr>
              <a:t>GUI</a:t>
            </a:r>
            <a:r>
              <a:rPr dirty="0" sz="1900" spc="-40">
                <a:latin typeface="Microsoft Sans Serif"/>
                <a:cs typeface="Microsoft Sans Serif"/>
              </a:rPr>
              <a:t> </a:t>
            </a:r>
            <a:r>
              <a:rPr dirty="0" sz="1900" spc="-65">
                <a:latin typeface="Microsoft Sans Serif"/>
                <a:cs typeface="Microsoft Sans Serif"/>
              </a:rPr>
              <a:t>programming</a:t>
            </a:r>
            <a:r>
              <a:rPr dirty="0" sz="1900" spc="-75">
                <a:latin typeface="Microsoft Sans Serif"/>
                <a:cs typeface="Microsoft Sans Serif"/>
              </a:rPr>
              <a:t> </a:t>
            </a:r>
            <a:r>
              <a:rPr dirty="0" sz="1900" spc="-20">
                <a:latin typeface="Microsoft Sans Serif"/>
                <a:cs typeface="Microsoft Sans Serif"/>
              </a:rPr>
              <a:t>with </a:t>
            </a:r>
            <a:r>
              <a:rPr dirty="0" sz="1900" spc="-100">
                <a:latin typeface="Microsoft Sans Serif"/>
                <a:cs typeface="Microsoft Sans Serif"/>
              </a:rPr>
              <a:t>SQLite</a:t>
            </a:r>
            <a:r>
              <a:rPr dirty="0" sz="1900" spc="-70">
                <a:latin typeface="Microsoft Sans Serif"/>
                <a:cs typeface="Microsoft Sans Serif"/>
              </a:rPr>
              <a:t> </a:t>
            </a:r>
            <a:r>
              <a:rPr dirty="0" sz="1900" spc="-90">
                <a:latin typeface="Microsoft Sans Serif"/>
                <a:cs typeface="Microsoft Sans Serif"/>
              </a:rPr>
              <a:t>database</a:t>
            </a:r>
            <a:r>
              <a:rPr dirty="0" sz="1900" spc="-65">
                <a:latin typeface="Microsoft Sans Serif"/>
                <a:cs typeface="Microsoft Sans Serif"/>
              </a:rPr>
              <a:t> </a:t>
            </a:r>
            <a:r>
              <a:rPr dirty="0" sz="1900" spc="-10">
                <a:latin typeface="Microsoft Sans Serif"/>
                <a:cs typeface="Microsoft Sans Serif"/>
              </a:rPr>
              <a:t>storage</a:t>
            </a:r>
            <a:r>
              <a:rPr dirty="0" sz="1850" spc="-10">
                <a:latin typeface="Microsoft Sans Serif"/>
                <a:cs typeface="Microsoft Sans Serif"/>
              </a:rPr>
              <a:t>.</a:t>
            </a:r>
            <a:endParaRPr sz="1850">
              <a:latin typeface="Microsoft Sans Serif"/>
              <a:cs typeface="Microsoft Sans Serif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242300" y="1689025"/>
            <a:ext cx="7429500" cy="6350635"/>
            <a:chOff x="8242300" y="1689025"/>
            <a:chExt cx="7429500" cy="6350635"/>
          </a:xfrm>
        </p:grpSpPr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394699" y="1828726"/>
              <a:ext cx="7277100" cy="621036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470755" y="1892314"/>
              <a:ext cx="7124578" cy="601978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242464" y="1689025"/>
              <a:ext cx="7289945" cy="619766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331057" y="1739914"/>
              <a:ext cx="7124578" cy="601978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242300" y="1689025"/>
              <a:ext cx="304800" cy="6197661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331199" y="1739914"/>
              <a:ext cx="139700" cy="6019787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8763000" y="1964372"/>
            <a:ext cx="4632960" cy="235140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600" spc="-165">
                <a:latin typeface="Microsoft Sans Serif"/>
                <a:cs typeface="Microsoft Sans Serif"/>
              </a:rPr>
              <a:t>PROBLEM</a:t>
            </a:r>
            <a:r>
              <a:rPr dirty="0" sz="2600" spc="-140">
                <a:latin typeface="Microsoft Sans Serif"/>
                <a:cs typeface="Microsoft Sans Serif"/>
              </a:rPr>
              <a:t> </a:t>
            </a:r>
            <a:r>
              <a:rPr dirty="0" sz="2600" spc="-10">
                <a:latin typeface="Microsoft Sans Serif"/>
                <a:cs typeface="Microsoft Sans Serif"/>
              </a:rPr>
              <a:t>SOLVED</a:t>
            </a:r>
            <a:endParaRPr sz="2600">
              <a:latin typeface="Microsoft Sans Serif"/>
              <a:cs typeface="Microsoft Sans Serif"/>
            </a:endParaRPr>
          </a:p>
          <a:p>
            <a:pPr marL="177800" indent="-165100">
              <a:lnSpc>
                <a:spcPts val="2240"/>
              </a:lnSpc>
              <a:spcBef>
                <a:spcPts val="1880"/>
              </a:spcBef>
              <a:buSzPct val="97368"/>
              <a:buChar char="•"/>
              <a:tabLst>
                <a:tab pos="177800" algn="l"/>
              </a:tabLst>
            </a:pPr>
            <a:r>
              <a:rPr dirty="0" sz="1900" spc="-105">
                <a:latin typeface="Microsoft Sans Serif"/>
                <a:cs typeface="Microsoft Sans Serif"/>
              </a:rPr>
              <a:t>Manual</a:t>
            </a:r>
            <a:r>
              <a:rPr dirty="0" sz="1900" spc="-40">
                <a:latin typeface="Microsoft Sans Serif"/>
                <a:cs typeface="Microsoft Sans Serif"/>
              </a:rPr>
              <a:t> </a:t>
            </a:r>
            <a:r>
              <a:rPr dirty="0" sz="1900" spc="-80">
                <a:latin typeface="Microsoft Sans Serif"/>
                <a:cs typeface="Microsoft Sans Serif"/>
              </a:rPr>
              <a:t>menu</a:t>
            </a:r>
            <a:r>
              <a:rPr dirty="0" sz="1900" spc="-155">
                <a:latin typeface="Microsoft Sans Serif"/>
                <a:cs typeface="Microsoft Sans Serif"/>
              </a:rPr>
              <a:t> </a:t>
            </a:r>
            <a:r>
              <a:rPr dirty="0" sz="1900" spc="-50">
                <a:latin typeface="Microsoft Sans Serif"/>
                <a:cs typeface="Microsoft Sans Serif"/>
              </a:rPr>
              <a:t>records</a:t>
            </a:r>
            <a:r>
              <a:rPr dirty="0" sz="1900" spc="-165">
                <a:latin typeface="Microsoft Sans Serif"/>
                <a:cs typeface="Microsoft Sans Serif"/>
              </a:rPr>
              <a:t> </a:t>
            </a:r>
            <a:r>
              <a:rPr dirty="0" sz="1900" spc="-55">
                <a:latin typeface="Microsoft Sans Serif"/>
                <a:cs typeface="Microsoft Sans Serif"/>
              </a:rPr>
              <a:t>are</a:t>
            </a:r>
            <a:r>
              <a:rPr dirty="0" sz="1900" spc="-80">
                <a:latin typeface="Microsoft Sans Serif"/>
                <a:cs typeface="Microsoft Sans Serif"/>
              </a:rPr>
              <a:t> </a:t>
            </a:r>
            <a:r>
              <a:rPr dirty="0" sz="1900" spc="-40">
                <a:latin typeface="Microsoft Sans Serif"/>
                <a:cs typeface="Microsoft Sans Serif"/>
              </a:rPr>
              <a:t>difficult</a:t>
            </a:r>
            <a:r>
              <a:rPr dirty="0" sz="1900" spc="-65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to</a:t>
            </a:r>
            <a:r>
              <a:rPr dirty="0" sz="1900" spc="-135">
                <a:latin typeface="Microsoft Sans Serif"/>
                <a:cs typeface="Microsoft Sans Serif"/>
              </a:rPr>
              <a:t> </a:t>
            </a:r>
            <a:r>
              <a:rPr dirty="0" sz="1900" spc="-65">
                <a:latin typeface="Microsoft Sans Serif"/>
                <a:cs typeface="Microsoft Sans Serif"/>
              </a:rPr>
              <a:t>maintain</a:t>
            </a:r>
            <a:endParaRPr sz="1900">
              <a:latin typeface="Microsoft Sans Serif"/>
              <a:cs typeface="Microsoft Sans Serif"/>
            </a:endParaRPr>
          </a:p>
          <a:p>
            <a:pPr marL="177800" indent="-165100">
              <a:lnSpc>
                <a:spcPts val="2200"/>
              </a:lnSpc>
              <a:buSzPct val="97368"/>
              <a:buChar char="•"/>
              <a:tabLst>
                <a:tab pos="177800" algn="l"/>
              </a:tabLst>
            </a:pPr>
            <a:r>
              <a:rPr dirty="0" sz="1900" spc="-95">
                <a:latin typeface="Microsoft Sans Serif"/>
                <a:cs typeface="Microsoft Sans Serif"/>
              </a:rPr>
              <a:t>Searching </a:t>
            </a:r>
            <a:r>
              <a:rPr dirty="0" sz="1900" spc="-60">
                <a:latin typeface="Microsoft Sans Serif"/>
                <a:cs typeface="Microsoft Sans Serif"/>
              </a:rPr>
              <a:t>records </a:t>
            </a:r>
            <a:r>
              <a:rPr dirty="0" sz="1900" spc="-80">
                <a:latin typeface="Microsoft Sans Serif"/>
                <a:cs typeface="Microsoft Sans Serif"/>
              </a:rPr>
              <a:t>takes</a:t>
            </a:r>
            <a:r>
              <a:rPr dirty="0" sz="1900" spc="-65">
                <a:latin typeface="Microsoft Sans Serif"/>
                <a:cs typeface="Microsoft Sans Serif"/>
              </a:rPr>
              <a:t> </a:t>
            </a:r>
            <a:r>
              <a:rPr dirty="0" sz="1900" spc="-20">
                <a:latin typeface="Microsoft Sans Serif"/>
                <a:cs typeface="Microsoft Sans Serif"/>
              </a:rPr>
              <a:t>time</a:t>
            </a:r>
            <a:endParaRPr sz="1900">
              <a:latin typeface="Microsoft Sans Serif"/>
              <a:cs typeface="Microsoft Sans Serif"/>
            </a:endParaRPr>
          </a:p>
          <a:p>
            <a:pPr marL="177800" indent="-165100">
              <a:lnSpc>
                <a:spcPts val="2200"/>
              </a:lnSpc>
              <a:buSzPct val="97368"/>
              <a:buChar char="•"/>
              <a:tabLst>
                <a:tab pos="177800" algn="l"/>
              </a:tabLst>
            </a:pPr>
            <a:r>
              <a:rPr dirty="0" sz="1900" spc="-85">
                <a:latin typeface="Microsoft Sans Serif"/>
                <a:cs typeface="Microsoft Sans Serif"/>
              </a:rPr>
              <a:t>Updates</a:t>
            </a:r>
            <a:r>
              <a:rPr dirty="0" sz="1900" spc="-170">
                <a:latin typeface="Microsoft Sans Serif"/>
                <a:cs typeface="Microsoft Sans Serif"/>
              </a:rPr>
              <a:t> </a:t>
            </a:r>
            <a:r>
              <a:rPr dirty="0" sz="1900" spc="-80">
                <a:latin typeface="Microsoft Sans Serif"/>
                <a:cs typeface="Microsoft Sans Serif"/>
              </a:rPr>
              <a:t>can</a:t>
            </a:r>
            <a:r>
              <a:rPr dirty="0" sz="1900" spc="-50">
                <a:latin typeface="Microsoft Sans Serif"/>
                <a:cs typeface="Microsoft Sans Serif"/>
              </a:rPr>
              <a:t> </a:t>
            </a:r>
            <a:r>
              <a:rPr dirty="0" sz="1900" spc="-85">
                <a:latin typeface="Microsoft Sans Serif"/>
                <a:cs typeface="Microsoft Sans Serif"/>
              </a:rPr>
              <a:t>cause </a:t>
            </a:r>
            <a:r>
              <a:rPr dirty="0" sz="1900" spc="-10">
                <a:latin typeface="Microsoft Sans Serif"/>
                <a:cs typeface="Microsoft Sans Serif"/>
              </a:rPr>
              <a:t>errors</a:t>
            </a:r>
            <a:endParaRPr sz="1900">
              <a:latin typeface="Microsoft Sans Serif"/>
              <a:cs typeface="Microsoft Sans Serif"/>
            </a:endParaRPr>
          </a:p>
          <a:p>
            <a:pPr marL="177800" indent="-165100">
              <a:lnSpc>
                <a:spcPts val="2240"/>
              </a:lnSpc>
              <a:buSzPct val="97368"/>
              <a:buChar char="•"/>
              <a:tabLst>
                <a:tab pos="177800" algn="l"/>
              </a:tabLst>
            </a:pPr>
            <a:r>
              <a:rPr dirty="0" sz="1900" spc="-110">
                <a:latin typeface="Microsoft Sans Serif"/>
                <a:cs typeface="Microsoft Sans Serif"/>
              </a:rPr>
              <a:t>Data</a:t>
            </a:r>
            <a:r>
              <a:rPr dirty="0" sz="1900" spc="5">
                <a:latin typeface="Microsoft Sans Serif"/>
                <a:cs typeface="Microsoft Sans Serif"/>
              </a:rPr>
              <a:t> </a:t>
            </a:r>
            <a:r>
              <a:rPr dirty="0" sz="1900" spc="-90">
                <a:latin typeface="Microsoft Sans Serif"/>
                <a:cs typeface="Microsoft Sans Serif"/>
              </a:rPr>
              <a:t>needs</a:t>
            </a:r>
            <a:r>
              <a:rPr dirty="0" sz="1900" spc="-160">
                <a:latin typeface="Microsoft Sans Serif"/>
                <a:cs typeface="Microsoft Sans Serif"/>
              </a:rPr>
              <a:t> </a:t>
            </a:r>
            <a:r>
              <a:rPr dirty="0" sz="1900" spc="-75">
                <a:latin typeface="Microsoft Sans Serif"/>
                <a:cs typeface="Microsoft Sans Serif"/>
              </a:rPr>
              <a:t>organized</a:t>
            </a:r>
            <a:r>
              <a:rPr dirty="0" sz="1900" spc="-70">
                <a:latin typeface="Microsoft Sans Serif"/>
                <a:cs typeface="Microsoft Sans Serif"/>
              </a:rPr>
              <a:t> </a:t>
            </a:r>
            <a:r>
              <a:rPr dirty="0" sz="1900" spc="-10">
                <a:latin typeface="Microsoft Sans Serif"/>
                <a:cs typeface="Microsoft Sans Serif"/>
              </a:rPr>
              <a:t>storage</a:t>
            </a:r>
            <a:endParaRPr sz="1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900" spc="-95">
                <a:latin typeface="Microsoft Sans Serif"/>
                <a:cs typeface="Microsoft Sans Serif"/>
              </a:rPr>
              <a:t>This</a:t>
            </a:r>
            <a:r>
              <a:rPr dirty="0" sz="1900" spc="-55">
                <a:latin typeface="Microsoft Sans Serif"/>
                <a:cs typeface="Microsoft Sans Serif"/>
              </a:rPr>
              <a:t> </a:t>
            </a:r>
            <a:r>
              <a:rPr dirty="0" sz="1900" spc="-65">
                <a:latin typeface="Microsoft Sans Serif"/>
                <a:cs typeface="Microsoft Sans Serif"/>
              </a:rPr>
              <a:t>system</a:t>
            </a:r>
            <a:r>
              <a:rPr dirty="0" sz="1900" spc="-25">
                <a:latin typeface="Microsoft Sans Serif"/>
                <a:cs typeface="Microsoft Sans Serif"/>
              </a:rPr>
              <a:t> </a:t>
            </a:r>
            <a:r>
              <a:rPr dirty="0" sz="1900" spc="-65">
                <a:latin typeface="Microsoft Sans Serif"/>
                <a:cs typeface="Microsoft Sans Serif"/>
              </a:rPr>
              <a:t>provides</a:t>
            </a:r>
            <a:r>
              <a:rPr dirty="0" sz="1900" spc="-160">
                <a:latin typeface="Microsoft Sans Serif"/>
                <a:cs typeface="Microsoft Sans Serif"/>
              </a:rPr>
              <a:t> </a:t>
            </a:r>
            <a:r>
              <a:rPr dirty="0" sz="1900" spc="-135">
                <a:latin typeface="Microsoft Sans Serif"/>
                <a:cs typeface="Microsoft Sans Serif"/>
              </a:rPr>
              <a:t>a</a:t>
            </a:r>
            <a:r>
              <a:rPr dirty="0" sz="1900" spc="5">
                <a:latin typeface="Microsoft Sans Serif"/>
                <a:cs typeface="Microsoft Sans Serif"/>
              </a:rPr>
              <a:t> </a:t>
            </a:r>
            <a:r>
              <a:rPr dirty="0" sz="1900" spc="-80">
                <a:latin typeface="Microsoft Sans Serif"/>
                <a:cs typeface="Microsoft Sans Serif"/>
              </a:rPr>
              <a:t>centralized</a:t>
            </a:r>
            <a:r>
              <a:rPr dirty="0" sz="1900" spc="-75">
                <a:latin typeface="Microsoft Sans Serif"/>
                <a:cs typeface="Microsoft Sans Serif"/>
              </a:rPr>
              <a:t> </a:t>
            </a:r>
            <a:r>
              <a:rPr dirty="0" sz="1900" spc="-10">
                <a:latin typeface="Microsoft Sans Serif"/>
                <a:cs typeface="Microsoft Sans Serif"/>
              </a:rPr>
              <a:t>solution</a:t>
            </a:r>
            <a:r>
              <a:rPr dirty="0" sz="1850" spc="-10">
                <a:latin typeface="Microsoft Sans Serif"/>
                <a:cs typeface="Microsoft Sans Serif"/>
              </a:rPr>
              <a:t>.</a:t>
            </a:r>
            <a:endParaRPr sz="185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15"/>
              </a:lnSpc>
            </a:pPr>
            <a:r>
              <a:rPr dirty="0" spc="-110"/>
              <a:t>THE</a:t>
            </a:r>
            <a:r>
              <a:rPr dirty="0" spc="-30"/>
              <a:t> </a:t>
            </a:r>
            <a:r>
              <a:rPr dirty="0" spc="-80"/>
              <a:t>CULINARY</a:t>
            </a:r>
            <a:r>
              <a:rPr dirty="0" spc="-70"/>
              <a:t> </a:t>
            </a:r>
            <a:r>
              <a:rPr dirty="0" spc="-40"/>
              <a:t>HUB</a:t>
            </a:r>
            <a:r>
              <a:rPr dirty="0" spc="225"/>
              <a:t> </a:t>
            </a:r>
            <a:r>
              <a:rPr dirty="0" sz="1200"/>
              <a:t>•</a:t>
            </a:r>
            <a:r>
              <a:rPr dirty="0" sz="1200" spc="365"/>
              <a:t> </a:t>
            </a:r>
            <a:r>
              <a:rPr dirty="0" spc="-55"/>
              <a:t>Restaurant</a:t>
            </a:r>
            <a:r>
              <a:rPr dirty="0" spc="-125"/>
              <a:t> </a:t>
            </a:r>
            <a:r>
              <a:rPr dirty="0" spc="-30"/>
              <a:t>Menu</a:t>
            </a:r>
            <a:r>
              <a:rPr dirty="0" spc="-75"/>
              <a:t> </a:t>
            </a:r>
            <a:r>
              <a:rPr dirty="0" spc="-40"/>
              <a:t>Management</a:t>
            </a:r>
            <a:r>
              <a:rPr dirty="0" spc="-120"/>
              <a:t> </a:t>
            </a:r>
            <a:r>
              <a:rPr dirty="0" spc="-30"/>
              <a:t>System</a:t>
            </a:r>
            <a:endParaRPr sz="1200"/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15"/>
              </a:lnSpc>
            </a:pPr>
            <a:fld id="{81D60167-4931-47E6-BA6A-407CBD079E47}" type="slidenum">
              <a:rPr dirty="0" spc="-340"/>
              <a:t>10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394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50"/>
              <a:t>02</a:t>
            </a:r>
            <a:r>
              <a:rPr dirty="0" sz="4050" spc="560"/>
              <a:t> </a:t>
            </a:r>
            <a:r>
              <a:rPr dirty="0" spc="-120"/>
              <a:t>Objectives</a:t>
            </a:r>
            <a:endParaRPr sz="4050"/>
          </a:p>
        </p:txBody>
      </p:sp>
      <p:grpSp>
        <p:nvGrpSpPr>
          <p:cNvPr id="3" name="object 3"/>
          <p:cNvGrpSpPr/>
          <p:nvPr/>
        </p:nvGrpSpPr>
        <p:grpSpPr>
          <a:xfrm>
            <a:off x="749300" y="1752600"/>
            <a:ext cx="7366000" cy="2679700"/>
            <a:chOff x="749300" y="1752600"/>
            <a:chExt cx="7366000" cy="26797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9000" y="1892300"/>
              <a:ext cx="7226300" cy="2540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7900" y="1955800"/>
              <a:ext cx="7061200" cy="23622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9300" y="1752600"/>
              <a:ext cx="7226300" cy="25400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5500" y="1803400"/>
              <a:ext cx="7061200" cy="23622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9300" y="1752600"/>
              <a:ext cx="292100" cy="25400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5500" y="1803400"/>
              <a:ext cx="139700" cy="236220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257300" y="2027872"/>
            <a:ext cx="3970020" cy="95440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600" spc="-114">
                <a:latin typeface="Microsoft Sans Serif"/>
                <a:cs typeface="Microsoft Sans Serif"/>
              </a:rPr>
              <a:t>Easy</a:t>
            </a:r>
            <a:r>
              <a:rPr dirty="0" sz="2600" spc="-235">
                <a:latin typeface="Microsoft Sans Serif"/>
                <a:cs typeface="Microsoft Sans Serif"/>
              </a:rPr>
              <a:t> </a:t>
            </a:r>
            <a:r>
              <a:rPr dirty="0" sz="2600">
                <a:latin typeface="Microsoft Sans Serif"/>
                <a:cs typeface="Microsoft Sans Serif"/>
              </a:rPr>
              <a:t>to</a:t>
            </a:r>
            <a:r>
              <a:rPr dirty="0" sz="2600" spc="-105">
                <a:latin typeface="Microsoft Sans Serif"/>
                <a:cs typeface="Microsoft Sans Serif"/>
              </a:rPr>
              <a:t> </a:t>
            </a:r>
            <a:r>
              <a:rPr dirty="0" sz="2600" spc="-25">
                <a:latin typeface="Microsoft Sans Serif"/>
                <a:cs typeface="Microsoft Sans Serif"/>
              </a:rPr>
              <a:t>Use</a:t>
            </a:r>
            <a:endParaRPr sz="26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880"/>
              </a:spcBef>
            </a:pPr>
            <a:r>
              <a:rPr dirty="0" sz="1900" spc="-100">
                <a:latin typeface="Microsoft Sans Serif"/>
                <a:cs typeface="Microsoft Sans Serif"/>
              </a:rPr>
              <a:t>Simple</a:t>
            </a:r>
            <a:r>
              <a:rPr dirty="0" sz="1900" spc="-105">
                <a:latin typeface="Microsoft Sans Serif"/>
                <a:cs typeface="Microsoft Sans Serif"/>
              </a:rPr>
              <a:t> </a:t>
            </a:r>
            <a:r>
              <a:rPr dirty="0" sz="1900" spc="-55">
                <a:latin typeface="Microsoft Sans Serif"/>
                <a:cs typeface="Microsoft Sans Serif"/>
              </a:rPr>
              <a:t>interface</a:t>
            </a:r>
            <a:r>
              <a:rPr dirty="0" sz="1900" spc="-100">
                <a:latin typeface="Microsoft Sans Serif"/>
                <a:cs typeface="Microsoft Sans Serif"/>
              </a:rPr>
              <a:t> </a:t>
            </a:r>
            <a:r>
              <a:rPr dirty="0" sz="1900" spc="-10">
                <a:latin typeface="Microsoft Sans Serif"/>
                <a:cs typeface="Microsoft Sans Serif"/>
              </a:rPr>
              <a:t>for</a:t>
            </a:r>
            <a:r>
              <a:rPr dirty="0" sz="1900" spc="-45">
                <a:latin typeface="Microsoft Sans Serif"/>
                <a:cs typeface="Microsoft Sans Serif"/>
              </a:rPr>
              <a:t> </a:t>
            </a:r>
            <a:r>
              <a:rPr dirty="0" sz="1900" spc="-105">
                <a:latin typeface="Microsoft Sans Serif"/>
                <a:cs typeface="Microsoft Sans Serif"/>
              </a:rPr>
              <a:t>menu</a:t>
            </a:r>
            <a:r>
              <a:rPr dirty="0" sz="1900" spc="-70">
                <a:latin typeface="Microsoft Sans Serif"/>
                <a:cs typeface="Microsoft Sans Serif"/>
              </a:rPr>
              <a:t> </a:t>
            </a:r>
            <a:r>
              <a:rPr dirty="0" sz="1900" spc="-85">
                <a:latin typeface="Microsoft Sans Serif"/>
                <a:cs typeface="Microsoft Sans Serif"/>
              </a:rPr>
              <a:t>management</a:t>
            </a:r>
            <a:r>
              <a:rPr dirty="0" sz="1850" spc="-85">
                <a:latin typeface="Microsoft Sans Serif"/>
                <a:cs typeface="Microsoft Sans Serif"/>
              </a:rPr>
              <a:t>.</a:t>
            </a:r>
            <a:endParaRPr sz="1850">
              <a:latin typeface="Microsoft Sans Serif"/>
              <a:cs typeface="Microsoft Sans Serif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242300" y="1752600"/>
            <a:ext cx="7378700" cy="2679700"/>
            <a:chOff x="8242300" y="1752600"/>
            <a:chExt cx="7378700" cy="2679700"/>
          </a:xfrm>
        </p:grpSpPr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394700" y="1892300"/>
              <a:ext cx="7226300" cy="25400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470900" y="1955800"/>
              <a:ext cx="7061200" cy="23622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242300" y="1752600"/>
              <a:ext cx="7226300" cy="25400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331200" y="1803400"/>
              <a:ext cx="7061200" cy="23622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242300" y="1752600"/>
              <a:ext cx="304800" cy="25400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331200" y="1803400"/>
              <a:ext cx="139700" cy="236220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8763000" y="2027872"/>
            <a:ext cx="1371600" cy="4267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600" spc="-70">
                <a:latin typeface="Microsoft Sans Serif"/>
                <a:cs typeface="Microsoft Sans Serif"/>
              </a:rPr>
              <a:t>Database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763000" y="2667584"/>
            <a:ext cx="3652520" cy="314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75">
                <a:latin typeface="Microsoft Sans Serif"/>
                <a:cs typeface="Microsoft Sans Serif"/>
              </a:rPr>
              <a:t>Store</a:t>
            </a:r>
            <a:r>
              <a:rPr dirty="0" sz="1900" spc="-65">
                <a:latin typeface="Microsoft Sans Serif"/>
                <a:cs typeface="Microsoft Sans Serif"/>
              </a:rPr>
              <a:t> </a:t>
            </a:r>
            <a:r>
              <a:rPr dirty="0" sz="1900" spc="-50">
                <a:latin typeface="Microsoft Sans Serif"/>
                <a:cs typeface="Microsoft Sans Serif"/>
              </a:rPr>
              <a:t>records</a:t>
            </a:r>
            <a:r>
              <a:rPr dirty="0" sz="1900" spc="-155">
                <a:latin typeface="Microsoft Sans Serif"/>
                <a:cs typeface="Microsoft Sans Serif"/>
              </a:rPr>
              <a:t> </a:t>
            </a:r>
            <a:r>
              <a:rPr dirty="0" sz="1900" spc="-65">
                <a:latin typeface="Microsoft Sans Serif"/>
                <a:cs typeface="Microsoft Sans Serif"/>
              </a:rPr>
              <a:t>permanently</a:t>
            </a:r>
            <a:r>
              <a:rPr dirty="0" sz="1900" spc="-165">
                <a:latin typeface="Microsoft Sans Serif"/>
                <a:cs typeface="Microsoft Sans Serif"/>
              </a:rPr>
              <a:t> </a:t>
            </a:r>
            <a:r>
              <a:rPr dirty="0" sz="1900" spc="-70">
                <a:latin typeface="Microsoft Sans Serif"/>
                <a:cs typeface="Microsoft Sans Serif"/>
              </a:rPr>
              <a:t>in</a:t>
            </a:r>
            <a:r>
              <a:rPr dirty="0" sz="1900" spc="-145">
                <a:latin typeface="Microsoft Sans Serif"/>
                <a:cs typeface="Microsoft Sans Serif"/>
              </a:rPr>
              <a:t> </a:t>
            </a:r>
            <a:r>
              <a:rPr dirty="0" sz="1900" spc="-85">
                <a:latin typeface="Microsoft Sans Serif"/>
                <a:cs typeface="Microsoft Sans Serif"/>
              </a:rPr>
              <a:t>SQLite</a:t>
            </a:r>
            <a:r>
              <a:rPr dirty="0" sz="1850" spc="-85">
                <a:latin typeface="Microsoft Sans Serif"/>
                <a:cs typeface="Microsoft Sans Serif"/>
              </a:rPr>
              <a:t>.</a:t>
            </a:r>
            <a:endParaRPr sz="1850">
              <a:latin typeface="Microsoft Sans Serif"/>
              <a:cs typeface="Microsoft Sans Serif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49300" y="4673600"/>
            <a:ext cx="7366000" cy="2692400"/>
            <a:chOff x="749300" y="4673600"/>
            <a:chExt cx="7366000" cy="2692400"/>
          </a:xfrm>
        </p:grpSpPr>
        <p:pic>
          <p:nvPicPr>
            <p:cNvPr id="21" name="object 2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89000" y="4813300"/>
              <a:ext cx="7226300" cy="25527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77900" y="4876800"/>
              <a:ext cx="7061200" cy="23622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49300" y="4673600"/>
              <a:ext cx="7226300" cy="25400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25500" y="4724400"/>
              <a:ext cx="7061200" cy="23622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49300" y="4673600"/>
              <a:ext cx="292100" cy="25400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25500" y="4724400"/>
              <a:ext cx="139700" cy="2362200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1257300" y="4948872"/>
            <a:ext cx="3881120" cy="95440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600" spc="-75">
                <a:latin typeface="Microsoft Sans Serif"/>
                <a:cs typeface="Microsoft Sans Serif"/>
              </a:rPr>
              <a:t>Fast</a:t>
            </a:r>
            <a:r>
              <a:rPr dirty="0" sz="2600" spc="-190">
                <a:latin typeface="Microsoft Sans Serif"/>
                <a:cs typeface="Microsoft Sans Serif"/>
              </a:rPr>
              <a:t> </a:t>
            </a:r>
            <a:r>
              <a:rPr dirty="0" sz="2600" spc="-10">
                <a:latin typeface="Microsoft Sans Serif"/>
                <a:cs typeface="Microsoft Sans Serif"/>
              </a:rPr>
              <a:t>Operations</a:t>
            </a:r>
            <a:endParaRPr sz="26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880"/>
              </a:spcBef>
            </a:pPr>
            <a:r>
              <a:rPr dirty="0" sz="1900" spc="-65">
                <a:latin typeface="Microsoft Sans Serif"/>
                <a:cs typeface="Microsoft Sans Serif"/>
              </a:rPr>
              <a:t>Add</a:t>
            </a:r>
            <a:r>
              <a:rPr dirty="0" sz="1850" spc="-65">
                <a:latin typeface="Microsoft Sans Serif"/>
                <a:cs typeface="Microsoft Sans Serif"/>
              </a:rPr>
              <a:t>,</a:t>
            </a:r>
            <a:r>
              <a:rPr dirty="0" sz="1850" spc="5">
                <a:latin typeface="Microsoft Sans Serif"/>
                <a:cs typeface="Microsoft Sans Serif"/>
              </a:rPr>
              <a:t> </a:t>
            </a:r>
            <a:r>
              <a:rPr dirty="0" sz="1900" spc="-80">
                <a:latin typeface="Microsoft Sans Serif"/>
                <a:cs typeface="Microsoft Sans Serif"/>
              </a:rPr>
              <a:t>update</a:t>
            </a:r>
            <a:r>
              <a:rPr dirty="0" sz="1850" spc="-80">
                <a:latin typeface="Microsoft Sans Serif"/>
                <a:cs typeface="Microsoft Sans Serif"/>
              </a:rPr>
              <a:t>,</a:t>
            </a:r>
            <a:r>
              <a:rPr dirty="0" sz="1850" spc="30">
                <a:latin typeface="Microsoft Sans Serif"/>
                <a:cs typeface="Microsoft Sans Serif"/>
              </a:rPr>
              <a:t> </a:t>
            </a:r>
            <a:r>
              <a:rPr dirty="0" sz="1900" spc="-60">
                <a:latin typeface="Microsoft Sans Serif"/>
                <a:cs typeface="Microsoft Sans Serif"/>
              </a:rPr>
              <a:t>delete</a:t>
            </a:r>
            <a:r>
              <a:rPr dirty="0" sz="1900" spc="-215">
                <a:latin typeface="Microsoft Sans Serif"/>
                <a:cs typeface="Microsoft Sans Serif"/>
              </a:rPr>
              <a:t> </a:t>
            </a:r>
            <a:r>
              <a:rPr dirty="0" sz="1900" spc="-100">
                <a:latin typeface="Microsoft Sans Serif"/>
                <a:cs typeface="Microsoft Sans Serif"/>
              </a:rPr>
              <a:t>and</a:t>
            </a:r>
            <a:r>
              <a:rPr dirty="0" sz="1900" spc="-114">
                <a:latin typeface="Microsoft Sans Serif"/>
                <a:cs typeface="Microsoft Sans Serif"/>
              </a:rPr>
              <a:t> </a:t>
            </a:r>
            <a:r>
              <a:rPr dirty="0" sz="1900" spc="-70">
                <a:latin typeface="Microsoft Sans Serif"/>
                <a:cs typeface="Microsoft Sans Serif"/>
              </a:rPr>
              <a:t>search</a:t>
            </a:r>
            <a:r>
              <a:rPr dirty="0" sz="1900" spc="-180">
                <a:latin typeface="Microsoft Sans Serif"/>
                <a:cs typeface="Microsoft Sans Serif"/>
              </a:rPr>
              <a:t> </a:t>
            </a:r>
            <a:r>
              <a:rPr dirty="0" sz="1900" spc="-60">
                <a:latin typeface="Microsoft Sans Serif"/>
                <a:cs typeface="Microsoft Sans Serif"/>
              </a:rPr>
              <a:t>quickly</a:t>
            </a:r>
            <a:r>
              <a:rPr dirty="0" sz="1850" spc="-60">
                <a:latin typeface="Microsoft Sans Serif"/>
                <a:cs typeface="Microsoft Sans Serif"/>
              </a:rPr>
              <a:t>.</a:t>
            </a:r>
            <a:endParaRPr sz="1850">
              <a:latin typeface="Microsoft Sans Serif"/>
              <a:cs typeface="Microsoft Sans Serif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8242300" y="4673600"/>
            <a:ext cx="7378700" cy="2692400"/>
            <a:chOff x="8242300" y="4673600"/>
            <a:chExt cx="7378700" cy="2692400"/>
          </a:xfrm>
        </p:grpSpPr>
        <p:pic>
          <p:nvPicPr>
            <p:cNvPr id="29" name="object 2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394700" y="4813300"/>
              <a:ext cx="7226300" cy="25527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470900" y="4876800"/>
              <a:ext cx="7061200" cy="236220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242300" y="4673600"/>
              <a:ext cx="7226300" cy="254000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331200" y="4724400"/>
              <a:ext cx="7061200" cy="23622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242300" y="4673600"/>
              <a:ext cx="304800" cy="25400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8331200" y="4724400"/>
              <a:ext cx="139700" cy="2362200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8763000" y="4948872"/>
            <a:ext cx="942975" cy="4267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600" spc="-50">
                <a:latin typeface="Microsoft Sans Serif"/>
                <a:cs typeface="Microsoft Sans Serif"/>
              </a:rPr>
              <a:t>Export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15"/>
              </a:lnSpc>
            </a:pPr>
            <a:r>
              <a:rPr dirty="0" spc="-110"/>
              <a:t>THE</a:t>
            </a:r>
            <a:r>
              <a:rPr dirty="0" spc="-30"/>
              <a:t> </a:t>
            </a:r>
            <a:r>
              <a:rPr dirty="0" spc="-80"/>
              <a:t>CULINARY</a:t>
            </a:r>
            <a:r>
              <a:rPr dirty="0" spc="-70"/>
              <a:t> </a:t>
            </a:r>
            <a:r>
              <a:rPr dirty="0" spc="-40"/>
              <a:t>HUB</a:t>
            </a:r>
            <a:r>
              <a:rPr dirty="0" spc="225"/>
              <a:t> </a:t>
            </a:r>
            <a:r>
              <a:rPr dirty="0" sz="1200"/>
              <a:t>•</a:t>
            </a:r>
            <a:r>
              <a:rPr dirty="0" sz="1200" spc="365"/>
              <a:t> </a:t>
            </a:r>
            <a:r>
              <a:rPr dirty="0" spc="-55"/>
              <a:t>Restaurant</a:t>
            </a:r>
            <a:r>
              <a:rPr dirty="0" spc="-125"/>
              <a:t> </a:t>
            </a:r>
            <a:r>
              <a:rPr dirty="0" spc="-30"/>
              <a:t>Menu</a:t>
            </a:r>
            <a:r>
              <a:rPr dirty="0" spc="-75"/>
              <a:t> </a:t>
            </a:r>
            <a:r>
              <a:rPr dirty="0" spc="-40"/>
              <a:t>Management</a:t>
            </a:r>
            <a:r>
              <a:rPr dirty="0" spc="-120"/>
              <a:t> </a:t>
            </a:r>
            <a:r>
              <a:rPr dirty="0" spc="-30"/>
              <a:t>System</a:t>
            </a:r>
            <a:endParaRPr sz="1200"/>
          </a:p>
        </p:txBody>
      </p:sp>
      <p:sp>
        <p:nvSpPr>
          <p:cNvPr id="38" name="object 3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15"/>
              </a:lnSpc>
            </a:pPr>
            <a:fld id="{81D60167-4931-47E6-BA6A-407CBD079E47}" type="slidenum">
              <a:rPr dirty="0" spc="-340"/>
              <a:t>10</a:t>
            </a:fld>
          </a:p>
        </p:txBody>
      </p:sp>
      <p:sp>
        <p:nvSpPr>
          <p:cNvPr id="36" name="object 36"/>
          <p:cNvSpPr txBox="1"/>
          <p:nvPr/>
        </p:nvSpPr>
        <p:spPr>
          <a:xfrm>
            <a:off x="8763000" y="5588584"/>
            <a:ext cx="3131820" cy="314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114">
                <a:latin typeface="Microsoft Sans Serif"/>
                <a:cs typeface="Microsoft Sans Serif"/>
              </a:rPr>
              <a:t>Save</a:t>
            </a:r>
            <a:r>
              <a:rPr dirty="0" sz="1900" spc="-95">
                <a:latin typeface="Microsoft Sans Serif"/>
                <a:cs typeface="Microsoft Sans Serif"/>
              </a:rPr>
              <a:t> </a:t>
            </a:r>
            <a:r>
              <a:rPr dirty="0" sz="1900" spc="-105">
                <a:latin typeface="Microsoft Sans Serif"/>
                <a:cs typeface="Microsoft Sans Serif"/>
              </a:rPr>
              <a:t>menu</a:t>
            </a:r>
            <a:r>
              <a:rPr dirty="0" sz="1900" spc="-60">
                <a:latin typeface="Microsoft Sans Serif"/>
                <a:cs typeface="Microsoft Sans Serif"/>
              </a:rPr>
              <a:t> information </a:t>
            </a:r>
            <a:r>
              <a:rPr dirty="0" sz="1900" spc="-125">
                <a:latin typeface="Microsoft Sans Serif"/>
                <a:cs typeface="Microsoft Sans Serif"/>
              </a:rPr>
              <a:t>as</a:t>
            </a:r>
            <a:r>
              <a:rPr dirty="0" sz="1900" spc="-70">
                <a:latin typeface="Microsoft Sans Serif"/>
                <a:cs typeface="Microsoft Sans Serif"/>
              </a:rPr>
              <a:t> </a:t>
            </a:r>
            <a:r>
              <a:rPr dirty="0" sz="1900" spc="-110">
                <a:latin typeface="Microsoft Sans Serif"/>
                <a:cs typeface="Microsoft Sans Serif"/>
              </a:rPr>
              <a:t>CSV</a:t>
            </a:r>
            <a:r>
              <a:rPr dirty="0" sz="1850" spc="-110">
                <a:latin typeface="Microsoft Sans Serif"/>
                <a:cs typeface="Microsoft Sans Serif"/>
              </a:rPr>
              <a:t>.</a:t>
            </a:r>
            <a:endParaRPr sz="18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01700" y="405549"/>
            <a:ext cx="4913630" cy="65151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50"/>
              <a:t>03</a:t>
            </a:r>
            <a:r>
              <a:rPr dirty="0" sz="4050" spc="650"/>
              <a:t> </a:t>
            </a:r>
            <a:r>
              <a:rPr dirty="0" spc="-170"/>
              <a:t>Technologies</a:t>
            </a:r>
            <a:r>
              <a:rPr dirty="0" spc="-254"/>
              <a:t> </a:t>
            </a:r>
            <a:r>
              <a:rPr dirty="0" spc="-120"/>
              <a:t>Used</a:t>
            </a:r>
            <a:endParaRPr sz="4050"/>
          </a:p>
        </p:txBody>
      </p:sp>
      <p:grpSp>
        <p:nvGrpSpPr>
          <p:cNvPr id="3" name="object 3"/>
          <p:cNvGrpSpPr/>
          <p:nvPr/>
        </p:nvGrpSpPr>
        <p:grpSpPr>
          <a:xfrm>
            <a:off x="558800" y="1689100"/>
            <a:ext cx="5003800" cy="2628900"/>
            <a:chOff x="558800" y="1689100"/>
            <a:chExt cx="5003800" cy="26289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1200" y="1828800"/>
              <a:ext cx="4851400" cy="24892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7400" y="1892300"/>
              <a:ext cx="4686300" cy="23114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8800" y="1689100"/>
              <a:ext cx="4851400" cy="24765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7700" y="1739900"/>
              <a:ext cx="4686300" cy="23114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8800" y="1689100"/>
              <a:ext cx="304800" cy="24765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7700" y="1739900"/>
              <a:ext cx="139700" cy="231140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079500" y="1964372"/>
            <a:ext cx="1010285" cy="4267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600" spc="-60">
                <a:latin typeface="Microsoft Sans Serif"/>
                <a:cs typeface="Microsoft Sans Serif"/>
              </a:rPr>
              <a:t>Python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79500" y="2604084"/>
            <a:ext cx="1906905" cy="314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65">
                <a:latin typeface="Microsoft Sans Serif"/>
                <a:cs typeface="Microsoft Sans Serif"/>
              </a:rPr>
              <a:t>Core</a:t>
            </a:r>
            <a:r>
              <a:rPr dirty="0" sz="1900" spc="-185">
                <a:latin typeface="Microsoft Sans Serif"/>
                <a:cs typeface="Microsoft Sans Serif"/>
              </a:rPr>
              <a:t> </a:t>
            </a:r>
            <a:r>
              <a:rPr dirty="0" sz="1900" spc="-60">
                <a:latin typeface="Microsoft Sans Serif"/>
                <a:cs typeface="Microsoft Sans Serif"/>
              </a:rPr>
              <a:t>programming</a:t>
            </a:r>
            <a:endParaRPr sz="1900">
              <a:latin typeface="Microsoft Sans Serif"/>
              <a:cs typeface="Microsoft Sans Serif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689600" y="1689100"/>
            <a:ext cx="4991100" cy="2628900"/>
            <a:chOff x="5689600" y="1689100"/>
            <a:chExt cx="4991100" cy="2628900"/>
          </a:xfrm>
        </p:grpSpPr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29300" y="1828800"/>
              <a:ext cx="4851400" cy="24892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918200" y="1892300"/>
              <a:ext cx="4686300" cy="23114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689600" y="1689100"/>
              <a:ext cx="4838700" cy="24765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765800" y="1739900"/>
              <a:ext cx="4686300" cy="23114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689600" y="1689100"/>
              <a:ext cx="292100" cy="24765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765800" y="1739900"/>
              <a:ext cx="139700" cy="2311400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6197600" y="1964372"/>
            <a:ext cx="1004569" cy="4267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600" spc="-35">
                <a:latin typeface="Microsoft Sans Serif"/>
                <a:cs typeface="Microsoft Sans Serif"/>
              </a:rPr>
              <a:t>Tkinter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197600" y="2604084"/>
            <a:ext cx="1751964" cy="314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215">
                <a:latin typeface="Microsoft Sans Serif"/>
                <a:cs typeface="Microsoft Sans Serif"/>
              </a:rPr>
              <a:t>GUI</a:t>
            </a:r>
            <a:r>
              <a:rPr dirty="0" sz="1900" spc="35">
                <a:latin typeface="Microsoft Sans Serif"/>
                <a:cs typeface="Microsoft Sans Serif"/>
              </a:rPr>
              <a:t> </a:t>
            </a:r>
            <a:r>
              <a:rPr dirty="0" sz="1900" spc="-60">
                <a:latin typeface="Microsoft Sans Serif"/>
                <a:cs typeface="Microsoft Sans Serif"/>
              </a:rPr>
              <a:t>development</a:t>
            </a:r>
            <a:endParaRPr sz="1900">
              <a:latin typeface="Microsoft Sans Serif"/>
              <a:cs typeface="Microsoft Sans Serif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0807700" y="1689100"/>
            <a:ext cx="4991100" cy="2628900"/>
            <a:chOff x="10807700" y="1689100"/>
            <a:chExt cx="4991100" cy="2628900"/>
          </a:xfrm>
        </p:grpSpPr>
        <p:pic>
          <p:nvPicPr>
            <p:cNvPr id="22" name="object 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947400" y="1828800"/>
              <a:ext cx="4851400" cy="24892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1036300" y="1892300"/>
              <a:ext cx="4686300" cy="23114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807700" y="1689100"/>
              <a:ext cx="4851400" cy="24765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883900" y="1739900"/>
              <a:ext cx="4686300" cy="23114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807700" y="1689100"/>
              <a:ext cx="292100" cy="24765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883900" y="1739900"/>
              <a:ext cx="139700" cy="2311400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11315700" y="1964372"/>
            <a:ext cx="965200" cy="4267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600" spc="-95">
                <a:latin typeface="Microsoft Sans Serif"/>
                <a:cs typeface="Microsoft Sans Serif"/>
              </a:rPr>
              <a:t>SQLite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315700" y="2604084"/>
            <a:ext cx="979169" cy="314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85">
                <a:latin typeface="Microsoft Sans Serif"/>
                <a:cs typeface="Microsoft Sans Serif"/>
              </a:rPr>
              <a:t>Database</a:t>
            </a:r>
            <a:endParaRPr sz="1900">
              <a:latin typeface="Microsoft Sans Serif"/>
              <a:cs typeface="Microsoft Sans Serif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58800" y="4610100"/>
            <a:ext cx="5003800" cy="2628900"/>
            <a:chOff x="558800" y="4610100"/>
            <a:chExt cx="5003800" cy="2628900"/>
          </a:xfrm>
        </p:grpSpPr>
        <p:pic>
          <p:nvPicPr>
            <p:cNvPr id="31" name="object 3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11200" y="4762500"/>
              <a:ext cx="4851400" cy="247650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87400" y="4813300"/>
              <a:ext cx="4686300" cy="23114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58800" y="4610100"/>
              <a:ext cx="4851400" cy="24892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47700" y="4673600"/>
              <a:ext cx="4686300" cy="231140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58800" y="4610100"/>
              <a:ext cx="304800" cy="248920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47700" y="4673600"/>
              <a:ext cx="139700" cy="2311400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1079500" y="4885372"/>
            <a:ext cx="873125" cy="4267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600" spc="-25">
                <a:latin typeface="Microsoft Sans Serif"/>
                <a:cs typeface="Microsoft Sans Serif"/>
              </a:rPr>
              <a:t>Pillow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079500" y="5525084"/>
            <a:ext cx="2145665" cy="314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55">
                <a:latin typeface="Microsoft Sans Serif"/>
                <a:cs typeface="Microsoft Sans Serif"/>
              </a:rPr>
              <a:t>Logo</a:t>
            </a:r>
            <a:r>
              <a:rPr dirty="0" sz="1900" spc="-150">
                <a:latin typeface="Microsoft Sans Serif"/>
                <a:cs typeface="Microsoft Sans Serif"/>
              </a:rPr>
              <a:t> </a:t>
            </a:r>
            <a:r>
              <a:rPr dirty="0" sz="1850" spc="175">
                <a:latin typeface="Microsoft Sans Serif"/>
                <a:cs typeface="Microsoft Sans Serif"/>
              </a:rPr>
              <a:t>/</a:t>
            </a:r>
            <a:r>
              <a:rPr dirty="0" sz="1850" spc="-65">
                <a:latin typeface="Microsoft Sans Serif"/>
                <a:cs typeface="Microsoft Sans Serif"/>
              </a:rPr>
              <a:t> </a:t>
            </a:r>
            <a:r>
              <a:rPr dirty="0" sz="1900" spc="-85">
                <a:latin typeface="Microsoft Sans Serif"/>
                <a:cs typeface="Microsoft Sans Serif"/>
              </a:rPr>
              <a:t>image</a:t>
            </a:r>
            <a:r>
              <a:rPr dirty="0" sz="1900" spc="-90">
                <a:latin typeface="Microsoft Sans Serif"/>
                <a:cs typeface="Microsoft Sans Serif"/>
              </a:rPr>
              <a:t> </a:t>
            </a:r>
            <a:r>
              <a:rPr dirty="0" sz="1900" spc="-50">
                <a:latin typeface="Microsoft Sans Serif"/>
                <a:cs typeface="Microsoft Sans Serif"/>
              </a:rPr>
              <a:t>support</a:t>
            </a:r>
            <a:endParaRPr sz="1900">
              <a:latin typeface="Microsoft Sans Serif"/>
              <a:cs typeface="Microsoft Sans Serif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5689600" y="4610100"/>
            <a:ext cx="4991100" cy="2628900"/>
            <a:chOff x="5689600" y="4610100"/>
            <a:chExt cx="4991100" cy="2628900"/>
          </a:xfrm>
        </p:grpSpPr>
        <p:pic>
          <p:nvPicPr>
            <p:cNvPr id="40" name="object 40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829300" y="4762500"/>
              <a:ext cx="4851400" cy="247650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918200" y="4813300"/>
              <a:ext cx="4686300" cy="231140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689600" y="4610100"/>
              <a:ext cx="4838700" cy="248920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765800" y="4673600"/>
              <a:ext cx="4686300" cy="231140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689600" y="4610100"/>
              <a:ext cx="292100" cy="248920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765800" y="4673600"/>
              <a:ext cx="139700" cy="2311400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6197600" y="4885372"/>
            <a:ext cx="660400" cy="4267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600" spc="-100">
                <a:latin typeface="Microsoft Sans Serif"/>
                <a:cs typeface="Microsoft Sans Serif"/>
              </a:rPr>
              <a:t>CSV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197600" y="5525084"/>
            <a:ext cx="1193165" cy="314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85">
                <a:latin typeface="Microsoft Sans Serif"/>
                <a:cs typeface="Microsoft Sans Serif"/>
              </a:rPr>
              <a:t>Data</a:t>
            </a:r>
            <a:r>
              <a:rPr dirty="0" sz="1900" spc="-120">
                <a:latin typeface="Microsoft Sans Serif"/>
                <a:cs typeface="Microsoft Sans Serif"/>
              </a:rPr>
              <a:t> </a:t>
            </a:r>
            <a:r>
              <a:rPr dirty="0" sz="1900" spc="-30">
                <a:latin typeface="Microsoft Sans Serif"/>
                <a:cs typeface="Microsoft Sans Serif"/>
              </a:rPr>
              <a:t>export</a:t>
            </a:r>
            <a:endParaRPr sz="1900">
              <a:latin typeface="Microsoft Sans Serif"/>
              <a:cs typeface="Microsoft Sans Serif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10807700" y="4610100"/>
            <a:ext cx="4991100" cy="2628900"/>
            <a:chOff x="10807700" y="4610100"/>
            <a:chExt cx="4991100" cy="2628900"/>
          </a:xfrm>
        </p:grpSpPr>
        <p:pic>
          <p:nvPicPr>
            <p:cNvPr id="49" name="object 49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0947400" y="4762500"/>
              <a:ext cx="4851400" cy="247650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1036300" y="4813300"/>
              <a:ext cx="4686300" cy="231140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0807700" y="4610100"/>
              <a:ext cx="4851400" cy="248920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0883900" y="4673600"/>
              <a:ext cx="4686300" cy="231140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0807700" y="4610100"/>
              <a:ext cx="292100" cy="248920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0883900" y="4673600"/>
              <a:ext cx="139700" cy="2311400"/>
            </a:xfrm>
            <a:prstGeom prst="rect">
              <a:avLst/>
            </a:prstGeom>
          </p:spPr>
        </p:pic>
      </p:grpSp>
      <p:sp>
        <p:nvSpPr>
          <p:cNvPr id="55" name="object 55"/>
          <p:cNvSpPr txBox="1"/>
          <p:nvPr/>
        </p:nvSpPr>
        <p:spPr>
          <a:xfrm>
            <a:off x="11315700" y="4885372"/>
            <a:ext cx="1257300" cy="4267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600" spc="-135">
                <a:latin typeface="Microsoft Sans Serif"/>
                <a:cs typeface="Microsoft Sans Serif"/>
              </a:rPr>
              <a:t>VS</a:t>
            </a:r>
            <a:r>
              <a:rPr dirty="0" sz="2600" spc="-215">
                <a:latin typeface="Microsoft Sans Serif"/>
                <a:cs typeface="Microsoft Sans Serif"/>
              </a:rPr>
              <a:t> </a:t>
            </a:r>
            <a:r>
              <a:rPr dirty="0" sz="2600" spc="-45">
                <a:latin typeface="Microsoft Sans Serif"/>
                <a:cs typeface="Microsoft Sans Serif"/>
              </a:rPr>
              <a:t>Code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57" name="object 5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15"/>
              </a:lnSpc>
            </a:pPr>
            <a:r>
              <a:rPr dirty="0" spc="-110"/>
              <a:t>THE</a:t>
            </a:r>
            <a:r>
              <a:rPr dirty="0" spc="-30"/>
              <a:t> </a:t>
            </a:r>
            <a:r>
              <a:rPr dirty="0" spc="-80"/>
              <a:t>CULINARY</a:t>
            </a:r>
            <a:r>
              <a:rPr dirty="0" spc="-70"/>
              <a:t> </a:t>
            </a:r>
            <a:r>
              <a:rPr dirty="0" spc="-40"/>
              <a:t>HUB</a:t>
            </a:r>
            <a:r>
              <a:rPr dirty="0" spc="225"/>
              <a:t> </a:t>
            </a:r>
            <a:r>
              <a:rPr dirty="0" sz="1200"/>
              <a:t>•</a:t>
            </a:r>
            <a:r>
              <a:rPr dirty="0" sz="1200" spc="365"/>
              <a:t> </a:t>
            </a:r>
            <a:r>
              <a:rPr dirty="0" spc="-55"/>
              <a:t>Restaurant</a:t>
            </a:r>
            <a:r>
              <a:rPr dirty="0" spc="-125"/>
              <a:t> </a:t>
            </a:r>
            <a:r>
              <a:rPr dirty="0" spc="-30"/>
              <a:t>Menu</a:t>
            </a:r>
            <a:r>
              <a:rPr dirty="0" spc="-75"/>
              <a:t> </a:t>
            </a:r>
            <a:r>
              <a:rPr dirty="0" spc="-40"/>
              <a:t>Management</a:t>
            </a:r>
            <a:r>
              <a:rPr dirty="0" spc="-120"/>
              <a:t> </a:t>
            </a:r>
            <a:r>
              <a:rPr dirty="0" spc="-30"/>
              <a:t>System</a:t>
            </a:r>
            <a:endParaRPr sz="1200"/>
          </a:p>
        </p:txBody>
      </p:sp>
      <p:sp>
        <p:nvSpPr>
          <p:cNvPr id="58" name="object 5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15"/>
              </a:lnSpc>
            </a:pPr>
            <a:fld id="{81D60167-4931-47E6-BA6A-407CBD079E47}" type="slidenum">
              <a:rPr dirty="0" spc="-340"/>
              <a:t>10</a:t>
            </a:fld>
          </a:p>
        </p:txBody>
      </p:sp>
      <p:sp>
        <p:nvSpPr>
          <p:cNvPr id="56" name="object 56"/>
          <p:cNvSpPr txBox="1"/>
          <p:nvPr/>
        </p:nvSpPr>
        <p:spPr>
          <a:xfrm>
            <a:off x="11315700" y="5525084"/>
            <a:ext cx="2666365" cy="314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70">
                <a:latin typeface="Microsoft Sans Serif"/>
                <a:cs typeface="Microsoft Sans Serif"/>
              </a:rPr>
              <a:t>Development</a:t>
            </a:r>
            <a:r>
              <a:rPr dirty="0" sz="1900" spc="-120">
                <a:latin typeface="Microsoft Sans Serif"/>
                <a:cs typeface="Microsoft Sans Serif"/>
              </a:rPr>
              <a:t> </a:t>
            </a:r>
            <a:r>
              <a:rPr dirty="0" sz="1900" spc="-55">
                <a:latin typeface="Microsoft Sans Serif"/>
                <a:cs typeface="Microsoft Sans Serif"/>
              </a:rPr>
              <a:t>environment</a:t>
            </a:r>
            <a:endParaRPr sz="1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39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85"/>
              </a:spcBef>
            </a:pPr>
            <a:r>
              <a:rPr dirty="0" sz="4050" spc="195"/>
              <a:t>04</a:t>
            </a:r>
            <a:r>
              <a:rPr dirty="0" sz="4050" spc="500"/>
              <a:t> </a:t>
            </a:r>
            <a:r>
              <a:rPr dirty="0" spc="-190"/>
              <a:t>Key</a:t>
            </a:r>
            <a:r>
              <a:rPr dirty="0" spc="-455"/>
              <a:t> </a:t>
            </a:r>
            <a:r>
              <a:rPr dirty="0" spc="-45"/>
              <a:t>Features</a:t>
            </a:r>
            <a:endParaRPr sz="4050"/>
          </a:p>
          <a:p>
            <a:pPr marL="38100">
              <a:lnSpc>
                <a:spcPct val="100000"/>
              </a:lnSpc>
              <a:spcBef>
                <a:spcPts val="680"/>
              </a:spcBef>
            </a:pPr>
            <a:r>
              <a:rPr dirty="0" sz="1800" spc="-60"/>
              <a:t>Functions</a:t>
            </a:r>
            <a:r>
              <a:rPr dirty="0" sz="1800" spc="-85"/>
              <a:t> </a:t>
            </a:r>
            <a:r>
              <a:rPr dirty="0" sz="1800" spc="-80"/>
              <a:t>available</a:t>
            </a:r>
            <a:r>
              <a:rPr dirty="0" sz="1800" spc="-95"/>
              <a:t> </a:t>
            </a:r>
            <a:r>
              <a:rPr dirty="0" sz="1800" spc="-90"/>
              <a:t>in</a:t>
            </a:r>
            <a:r>
              <a:rPr dirty="0" sz="1800" spc="50"/>
              <a:t> </a:t>
            </a:r>
            <a:r>
              <a:rPr dirty="0" sz="1800" spc="-35"/>
              <a:t>the</a:t>
            </a:r>
            <a:r>
              <a:rPr dirty="0" sz="1800" spc="-95"/>
              <a:t> </a:t>
            </a:r>
            <a:r>
              <a:rPr dirty="0" sz="1800" spc="-35"/>
              <a:t>current</a:t>
            </a:r>
            <a:r>
              <a:rPr dirty="0" sz="1800" spc="-100"/>
              <a:t> </a:t>
            </a:r>
            <a:r>
              <a:rPr dirty="0" sz="1800" spc="-25"/>
              <a:t>application</a:t>
            </a:r>
            <a:endParaRPr sz="1800"/>
          </a:p>
        </p:txBody>
      </p:sp>
      <p:grpSp>
        <p:nvGrpSpPr>
          <p:cNvPr id="3" name="object 3"/>
          <p:cNvGrpSpPr/>
          <p:nvPr/>
        </p:nvGrpSpPr>
        <p:grpSpPr>
          <a:xfrm>
            <a:off x="558800" y="1689100"/>
            <a:ext cx="5003800" cy="2628900"/>
            <a:chOff x="558800" y="1689100"/>
            <a:chExt cx="5003800" cy="26289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1200" y="1828800"/>
              <a:ext cx="4851400" cy="24892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7400" y="1892300"/>
              <a:ext cx="4686300" cy="23114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8800" y="1689100"/>
              <a:ext cx="4851400" cy="24765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7700" y="1739900"/>
              <a:ext cx="4686300" cy="23114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8800" y="1689100"/>
              <a:ext cx="304800" cy="24765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7700" y="1739900"/>
              <a:ext cx="139700" cy="231140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079500" y="1964372"/>
            <a:ext cx="703580" cy="4267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600" spc="-40">
                <a:latin typeface="Microsoft Sans Serif"/>
                <a:cs typeface="Microsoft Sans Serif"/>
              </a:rPr>
              <a:t>ADD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79500" y="2604084"/>
            <a:ext cx="1596390" cy="314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30">
                <a:latin typeface="Microsoft Sans Serif"/>
                <a:cs typeface="Microsoft Sans Serif"/>
              </a:rPr>
              <a:t>New</a:t>
            </a:r>
            <a:r>
              <a:rPr dirty="0" sz="1900" spc="-155">
                <a:latin typeface="Microsoft Sans Serif"/>
                <a:cs typeface="Microsoft Sans Serif"/>
              </a:rPr>
              <a:t> </a:t>
            </a:r>
            <a:r>
              <a:rPr dirty="0" sz="1900" spc="-105">
                <a:latin typeface="Microsoft Sans Serif"/>
                <a:cs typeface="Microsoft Sans Serif"/>
              </a:rPr>
              <a:t>menu</a:t>
            </a:r>
            <a:r>
              <a:rPr dirty="0" sz="1900" spc="-60">
                <a:latin typeface="Microsoft Sans Serif"/>
                <a:cs typeface="Microsoft Sans Serif"/>
              </a:rPr>
              <a:t> </a:t>
            </a:r>
            <a:r>
              <a:rPr dirty="0" sz="1900" spc="-20">
                <a:latin typeface="Microsoft Sans Serif"/>
                <a:cs typeface="Microsoft Sans Serif"/>
              </a:rPr>
              <a:t>item</a:t>
            </a:r>
            <a:endParaRPr sz="1900">
              <a:latin typeface="Microsoft Sans Serif"/>
              <a:cs typeface="Microsoft Sans Serif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689600" y="1689100"/>
            <a:ext cx="4991100" cy="2628900"/>
            <a:chOff x="5689600" y="1689100"/>
            <a:chExt cx="4991100" cy="2628900"/>
          </a:xfrm>
        </p:grpSpPr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29300" y="1828800"/>
              <a:ext cx="4851400" cy="24892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918200" y="1892300"/>
              <a:ext cx="4686300" cy="23114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689600" y="1689100"/>
              <a:ext cx="4838700" cy="24765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765800" y="1739900"/>
              <a:ext cx="4686300" cy="23114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689600" y="1689100"/>
              <a:ext cx="292100" cy="24765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765800" y="1739900"/>
              <a:ext cx="139700" cy="2311400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6197600" y="1964372"/>
            <a:ext cx="1266190" cy="4267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600" spc="-130">
                <a:latin typeface="Microsoft Sans Serif"/>
                <a:cs typeface="Microsoft Sans Serif"/>
              </a:rPr>
              <a:t>UPDATE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197600" y="2604084"/>
            <a:ext cx="1106170" cy="314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80">
                <a:latin typeface="Microsoft Sans Serif"/>
                <a:cs typeface="Microsoft Sans Serif"/>
              </a:rPr>
              <a:t>Edit</a:t>
            </a:r>
            <a:r>
              <a:rPr dirty="0" sz="1900" spc="-100">
                <a:latin typeface="Microsoft Sans Serif"/>
                <a:cs typeface="Microsoft Sans Serif"/>
              </a:rPr>
              <a:t> </a:t>
            </a:r>
            <a:r>
              <a:rPr dirty="0" sz="1900" spc="-45">
                <a:latin typeface="Microsoft Sans Serif"/>
                <a:cs typeface="Microsoft Sans Serif"/>
              </a:rPr>
              <a:t>record</a:t>
            </a:r>
            <a:endParaRPr sz="1900">
              <a:latin typeface="Microsoft Sans Serif"/>
              <a:cs typeface="Microsoft Sans Serif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0807700" y="1689100"/>
            <a:ext cx="4991100" cy="2628900"/>
            <a:chOff x="10807700" y="1689100"/>
            <a:chExt cx="4991100" cy="2628900"/>
          </a:xfrm>
        </p:grpSpPr>
        <p:pic>
          <p:nvPicPr>
            <p:cNvPr id="22" name="object 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947400" y="1828800"/>
              <a:ext cx="4851400" cy="24892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1036300" y="1892300"/>
              <a:ext cx="4686300" cy="23114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807700" y="1689100"/>
              <a:ext cx="4851400" cy="24765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883900" y="1739900"/>
              <a:ext cx="4686300" cy="23114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807700" y="1689100"/>
              <a:ext cx="292100" cy="24765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883900" y="1739900"/>
              <a:ext cx="139700" cy="2311400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11315700" y="1964372"/>
            <a:ext cx="1177290" cy="4267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600" spc="-175">
                <a:latin typeface="Microsoft Sans Serif"/>
                <a:cs typeface="Microsoft Sans Serif"/>
              </a:rPr>
              <a:t>DELETE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315700" y="2604084"/>
            <a:ext cx="1563370" cy="314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105">
                <a:latin typeface="Microsoft Sans Serif"/>
                <a:cs typeface="Microsoft Sans Serif"/>
              </a:rPr>
              <a:t>Remove</a:t>
            </a:r>
            <a:r>
              <a:rPr dirty="0" sz="1900" spc="-90">
                <a:latin typeface="Microsoft Sans Serif"/>
                <a:cs typeface="Microsoft Sans Serif"/>
              </a:rPr>
              <a:t> </a:t>
            </a:r>
            <a:r>
              <a:rPr dirty="0" sz="1900" spc="-30">
                <a:latin typeface="Microsoft Sans Serif"/>
                <a:cs typeface="Microsoft Sans Serif"/>
              </a:rPr>
              <a:t>record</a:t>
            </a:r>
            <a:endParaRPr sz="1900">
              <a:latin typeface="Microsoft Sans Serif"/>
              <a:cs typeface="Microsoft Sans Serif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58800" y="4610100"/>
            <a:ext cx="5003800" cy="2628900"/>
            <a:chOff x="558800" y="4610100"/>
            <a:chExt cx="5003800" cy="2628900"/>
          </a:xfrm>
        </p:grpSpPr>
        <p:pic>
          <p:nvPicPr>
            <p:cNvPr id="31" name="object 3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11200" y="4762500"/>
              <a:ext cx="4851400" cy="247650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87400" y="4813300"/>
              <a:ext cx="4686300" cy="23114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58800" y="4610100"/>
              <a:ext cx="4851400" cy="24892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47700" y="4673600"/>
              <a:ext cx="4686300" cy="231140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58800" y="4610100"/>
              <a:ext cx="304800" cy="248920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47700" y="4673600"/>
              <a:ext cx="139700" cy="2311400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1079500" y="4885372"/>
            <a:ext cx="1258570" cy="4267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600" spc="-185">
                <a:latin typeface="Microsoft Sans Serif"/>
                <a:cs typeface="Microsoft Sans Serif"/>
              </a:rPr>
              <a:t>SEARCH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079500" y="5525084"/>
            <a:ext cx="948690" cy="314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110">
                <a:latin typeface="Microsoft Sans Serif"/>
                <a:cs typeface="Microsoft Sans Serif"/>
              </a:rPr>
              <a:t>Find</a:t>
            </a:r>
            <a:r>
              <a:rPr dirty="0" sz="1900" spc="-105">
                <a:latin typeface="Microsoft Sans Serif"/>
                <a:cs typeface="Microsoft Sans Serif"/>
              </a:rPr>
              <a:t> </a:t>
            </a:r>
            <a:r>
              <a:rPr dirty="0" sz="1900" spc="-20">
                <a:latin typeface="Microsoft Sans Serif"/>
                <a:cs typeface="Microsoft Sans Serif"/>
              </a:rPr>
              <a:t>item</a:t>
            </a:r>
            <a:endParaRPr sz="1900">
              <a:latin typeface="Microsoft Sans Serif"/>
              <a:cs typeface="Microsoft Sans Serif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5689600" y="4610100"/>
            <a:ext cx="4991100" cy="2628900"/>
            <a:chOff x="5689600" y="4610100"/>
            <a:chExt cx="4991100" cy="2628900"/>
          </a:xfrm>
        </p:grpSpPr>
        <p:pic>
          <p:nvPicPr>
            <p:cNvPr id="40" name="object 40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829300" y="4762500"/>
              <a:ext cx="4851400" cy="247650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918200" y="4813300"/>
              <a:ext cx="4686300" cy="231140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689600" y="4610100"/>
              <a:ext cx="4838700" cy="248920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765800" y="4673600"/>
              <a:ext cx="4686300" cy="231140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689600" y="4610100"/>
              <a:ext cx="292100" cy="248920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765800" y="4673600"/>
              <a:ext cx="139700" cy="2311400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6197600" y="4885372"/>
            <a:ext cx="1626235" cy="4267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600" spc="-85">
                <a:latin typeface="Microsoft Sans Serif"/>
                <a:cs typeface="Microsoft Sans Serif"/>
              </a:rPr>
              <a:t>SHOW</a:t>
            </a:r>
            <a:r>
              <a:rPr dirty="0" sz="2600" spc="-385">
                <a:latin typeface="Microsoft Sans Serif"/>
                <a:cs typeface="Microsoft Sans Serif"/>
              </a:rPr>
              <a:t> </a:t>
            </a:r>
            <a:r>
              <a:rPr dirty="0" sz="2600" spc="-25">
                <a:latin typeface="Microsoft Sans Serif"/>
                <a:cs typeface="Microsoft Sans Serif"/>
              </a:rPr>
              <a:t>ALL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197600" y="5525084"/>
            <a:ext cx="1560830" cy="314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80">
                <a:latin typeface="Microsoft Sans Serif"/>
                <a:cs typeface="Microsoft Sans Serif"/>
              </a:rPr>
              <a:t>Display</a:t>
            </a:r>
            <a:r>
              <a:rPr dirty="0" sz="1900" spc="-150">
                <a:latin typeface="Microsoft Sans Serif"/>
                <a:cs typeface="Microsoft Sans Serif"/>
              </a:rPr>
              <a:t> </a:t>
            </a:r>
            <a:r>
              <a:rPr dirty="0" sz="1900" spc="-50">
                <a:latin typeface="Microsoft Sans Serif"/>
                <a:cs typeface="Microsoft Sans Serif"/>
              </a:rPr>
              <a:t>records</a:t>
            </a:r>
            <a:endParaRPr sz="1900">
              <a:latin typeface="Microsoft Sans Serif"/>
              <a:cs typeface="Microsoft Sans Serif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10807700" y="4610100"/>
            <a:ext cx="4991100" cy="2628900"/>
            <a:chOff x="10807700" y="4610100"/>
            <a:chExt cx="4991100" cy="2628900"/>
          </a:xfrm>
        </p:grpSpPr>
        <p:pic>
          <p:nvPicPr>
            <p:cNvPr id="49" name="object 49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0947400" y="4762500"/>
              <a:ext cx="4851400" cy="247650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1036300" y="4813300"/>
              <a:ext cx="4686300" cy="231140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0807700" y="4610100"/>
              <a:ext cx="4851400" cy="248920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0883900" y="4673600"/>
              <a:ext cx="4686300" cy="231140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0807700" y="4610100"/>
              <a:ext cx="292100" cy="248920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0883900" y="4673600"/>
              <a:ext cx="139700" cy="2311400"/>
            </a:xfrm>
            <a:prstGeom prst="rect">
              <a:avLst/>
            </a:prstGeom>
          </p:spPr>
        </p:pic>
      </p:grpSp>
      <p:sp>
        <p:nvSpPr>
          <p:cNvPr id="55" name="object 55"/>
          <p:cNvSpPr txBox="1"/>
          <p:nvPr/>
        </p:nvSpPr>
        <p:spPr>
          <a:xfrm>
            <a:off x="11315700" y="4885372"/>
            <a:ext cx="1955800" cy="4267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600" spc="-180">
                <a:latin typeface="Microsoft Sans Serif"/>
                <a:cs typeface="Microsoft Sans Serif"/>
              </a:rPr>
              <a:t>EXPORT</a:t>
            </a:r>
            <a:r>
              <a:rPr dirty="0" sz="2600" spc="-170">
                <a:latin typeface="Microsoft Sans Serif"/>
                <a:cs typeface="Microsoft Sans Serif"/>
              </a:rPr>
              <a:t> </a:t>
            </a:r>
            <a:r>
              <a:rPr dirty="0" sz="2600" spc="-90">
                <a:latin typeface="Microsoft Sans Serif"/>
                <a:cs typeface="Microsoft Sans Serif"/>
              </a:rPr>
              <a:t>CSV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57" name="object 5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15"/>
              </a:lnSpc>
            </a:pPr>
            <a:r>
              <a:rPr dirty="0" spc="-110"/>
              <a:t>THE</a:t>
            </a:r>
            <a:r>
              <a:rPr dirty="0" spc="-30"/>
              <a:t> </a:t>
            </a:r>
            <a:r>
              <a:rPr dirty="0" spc="-80"/>
              <a:t>CULINARY</a:t>
            </a:r>
            <a:r>
              <a:rPr dirty="0" spc="-70"/>
              <a:t> </a:t>
            </a:r>
            <a:r>
              <a:rPr dirty="0" spc="-40"/>
              <a:t>HUB</a:t>
            </a:r>
            <a:r>
              <a:rPr dirty="0" spc="225"/>
              <a:t> </a:t>
            </a:r>
            <a:r>
              <a:rPr dirty="0" sz="1200"/>
              <a:t>•</a:t>
            </a:r>
            <a:r>
              <a:rPr dirty="0" sz="1200" spc="365"/>
              <a:t> </a:t>
            </a:r>
            <a:r>
              <a:rPr dirty="0" spc="-55"/>
              <a:t>Restaurant</a:t>
            </a:r>
            <a:r>
              <a:rPr dirty="0" spc="-125"/>
              <a:t> </a:t>
            </a:r>
            <a:r>
              <a:rPr dirty="0" spc="-30"/>
              <a:t>Menu</a:t>
            </a:r>
            <a:r>
              <a:rPr dirty="0" spc="-75"/>
              <a:t> </a:t>
            </a:r>
            <a:r>
              <a:rPr dirty="0" spc="-40"/>
              <a:t>Management</a:t>
            </a:r>
            <a:r>
              <a:rPr dirty="0" spc="-120"/>
              <a:t> </a:t>
            </a:r>
            <a:r>
              <a:rPr dirty="0" spc="-30"/>
              <a:t>System</a:t>
            </a:r>
            <a:endParaRPr sz="1200"/>
          </a:p>
        </p:txBody>
      </p:sp>
      <p:sp>
        <p:nvSpPr>
          <p:cNvPr id="58" name="object 5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15"/>
              </a:lnSpc>
            </a:pPr>
            <a:fld id="{81D60167-4931-47E6-BA6A-407CBD079E47}" type="slidenum">
              <a:rPr dirty="0" spc="-340"/>
              <a:t>10</a:t>
            </a:fld>
          </a:p>
        </p:txBody>
      </p:sp>
      <p:sp>
        <p:nvSpPr>
          <p:cNvPr id="56" name="object 56"/>
          <p:cNvSpPr txBox="1"/>
          <p:nvPr/>
        </p:nvSpPr>
        <p:spPr>
          <a:xfrm>
            <a:off x="11315700" y="5525084"/>
            <a:ext cx="1332230" cy="314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114">
                <a:latin typeface="Microsoft Sans Serif"/>
                <a:cs typeface="Microsoft Sans Serif"/>
              </a:rPr>
              <a:t>Save</a:t>
            </a:r>
            <a:r>
              <a:rPr dirty="0" sz="1900" spc="-105">
                <a:latin typeface="Microsoft Sans Serif"/>
                <a:cs typeface="Microsoft Sans Serif"/>
              </a:rPr>
              <a:t> </a:t>
            </a:r>
            <a:r>
              <a:rPr dirty="0" sz="1900" spc="-50">
                <a:latin typeface="Microsoft Sans Serif"/>
                <a:cs typeface="Microsoft Sans Serif"/>
              </a:rPr>
              <a:t>records</a:t>
            </a:r>
            <a:endParaRPr sz="1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39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85"/>
              </a:spcBef>
            </a:pPr>
            <a:r>
              <a:rPr dirty="0" sz="4050" spc="80"/>
              <a:t>05</a:t>
            </a:r>
            <a:r>
              <a:rPr dirty="0" sz="4050" spc="545"/>
              <a:t> </a:t>
            </a:r>
            <a:r>
              <a:rPr dirty="0" spc="-170"/>
              <a:t>System</a:t>
            </a:r>
            <a:r>
              <a:rPr dirty="0" spc="-375"/>
              <a:t> </a:t>
            </a:r>
            <a:r>
              <a:rPr dirty="0" spc="-295"/>
              <a:t>W</a:t>
            </a:r>
            <a:r>
              <a:rPr dirty="0" spc="5"/>
              <a:t>o</a:t>
            </a:r>
            <a:r>
              <a:rPr dirty="0" spc="-20"/>
              <a:t>r</a:t>
            </a:r>
            <a:r>
              <a:rPr dirty="0" spc="-175"/>
              <a:t>k</a:t>
            </a:r>
            <a:r>
              <a:rPr dirty="0" spc="75"/>
              <a:t>f</a:t>
            </a:r>
            <a:r>
              <a:rPr dirty="0" spc="210"/>
              <a:t>l</a:t>
            </a:r>
            <a:r>
              <a:rPr dirty="0" spc="5"/>
              <a:t>o</a:t>
            </a:r>
            <a:r>
              <a:rPr dirty="0" spc="100"/>
              <a:t>w</a:t>
            </a:r>
            <a:endParaRPr sz="4050"/>
          </a:p>
          <a:p>
            <a:pPr marL="38100">
              <a:lnSpc>
                <a:spcPct val="100000"/>
              </a:lnSpc>
              <a:spcBef>
                <a:spcPts val="680"/>
              </a:spcBef>
            </a:pPr>
            <a:r>
              <a:rPr dirty="0" sz="1800" spc="-60"/>
              <a:t>From</a:t>
            </a:r>
            <a:r>
              <a:rPr dirty="0" sz="1800" spc="-50"/>
              <a:t> </a:t>
            </a:r>
            <a:r>
              <a:rPr dirty="0" sz="1800" spc="-60"/>
              <a:t>user</a:t>
            </a:r>
            <a:r>
              <a:rPr dirty="0" sz="1800" spc="-190"/>
              <a:t> </a:t>
            </a:r>
            <a:r>
              <a:rPr dirty="0" sz="1800" spc="-35"/>
              <a:t>input</a:t>
            </a:r>
            <a:r>
              <a:rPr dirty="0" sz="1800" spc="-25"/>
              <a:t> </a:t>
            </a:r>
            <a:r>
              <a:rPr dirty="0" sz="1800"/>
              <a:t>to</a:t>
            </a:r>
            <a:r>
              <a:rPr dirty="0" sz="1800" spc="-65"/>
              <a:t> </a:t>
            </a:r>
            <a:r>
              <a:rPr dirty="0" sz="1800" spc="-75"/>
              <a:t>database</a:t>
            </a:r>
            <a:r>
              <a:rPr dirty="0" sz="1800" spc="-114"/>
              <a:t> </a:t>
            </a:r>
            <a:r>
              <a:rPr dirty="0" sz="1800" spc="-70"/>
              <a:t>and</a:t>
            </a:r>
            <a:r>
              <a:rPr dirty="0" sz="1800" spc="-125"/>
              <a:t> </a:t>
            </a:r>
            <a:r>
              <a:rPr dirty="0" sz="1800" spc="-10"/>
              <a:t>export</a:t>
            </a:r>
            <a:endParaRPr sz="1800"/>
          </a:p>
        </p:txBody>
      </p:sp>
      <p:grpSp>
        <p:nvGrpSpPr>
          <p:cNvPr id="3" name="object 3"/>
          <p:cNvGrpSpPr/>
          <p:nvPr/>
        </p:nvGrpSpPr>
        <p:grpSpPr>
          <a:xfrm>
            <a:off x="558800" y="1689100"/>
            <a:ext cx="5003800" cy="2628900"/>
            <a:chOff x="558800" y="1689100"/>
            <a:chExt cx="5003800" cy="26289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1200" y="1828800"/>
              <a:ext cx="4851400" cy="24892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7400" y="1892300"/>
              <a:ext cx="4686300" cy="23114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8800" y="1689100"/>
              <a:ext cx="4851400" cy="24765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7700" y="1739900"/>
              <a:ext cx="4686300" cy="23114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8800" y="1689100"/>
              <a:ext cx="304800" cy="24765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7700" y="1739900"/>
              <a:ext cx="139700" cy="231140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079500" y="1964372"/>
            <a:ext cx="964565" cy="4267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600" spc="-190">
                <a:latin typeface="Microsoft Sans Serif"/>
                <a:cs typeface="Microsoft Sans Serif"/>
              </a:rPr>
              <a:t>STEP</a:t>
            </a:r>
            <a:r>
              <a:rPr dirty="0" sz="2600" spc="-165">
                <a:latin typeface="Microsoft Sans Serif"/>
                <a:cs typeface="Microsoft Sans Serif"/>
              </a:rPr>
              <a:t> </a:t>
            </a:r>
            <a:r>
              <a:rPr dirty="0" sz="2600" spc="-720">
                <a:latin typeface="Microsoft Sans Serif"/>
                <a:cs typeface="Microsoft Sans Serif"/>
              </a:rPr>
              <a:t>1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79500" y="2604084"/>
            <a:ext cx="1737360" cy="314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110">
                <a:latin typeface="Microsoft Sans Serif"/>
                <a:cs typeface="Microsoft Sans Serif"/>
              </a:rPr>
              <a:t>Open</a:t>
            </a:r>
            <a:r>
              <a:rPr dirty="0" sz="1900" spc="-50">
                <a:latin typeface="Microsoft Sans Serif"/>
                <a:cs typeface="Microsoft Sans Serif"/>
              </a:rPr>
              <a:t> </a:t>
            </a:r>
            <a:r>
              <a:rPr dirty="0" sz="1900" spc="-55">
                <a:latin typeface="Microsoft Sans Serif"/>
                <a:cs typeface="Microsoft Sans Serif"/>
              </a:rPr>
              <a:t>Application</a:t>
            </a:r>
            <a:endParaRPr sz="1900">
              <a:latin typeface="Microsoft Sans Serif"/>
              <a:cs typeface="Microsoft Sans Serif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689600" y="1689100"/>
            <a:ext cx="4991100" cy="2628900"/>
            <a:chOff x="5689600" y="1689100"/>
            <a:chExt cx="4991100" cy="2628900"/>
          </a:xfrm>
        </p:grpSpPr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29300" y="1828800"/>
              <a:ext cx="4851400" cy="24892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918200" y="1892300"/>
              <a:ext cx="4686300" cy="23114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689600" y="1689100"/>
              <a:ext cx="4838700" cy="24765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765800" y="1739900"/>
              <a:ext cx="4686300" cy="23114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689600" y="1689100"/>
              <a:ext cx="292100" cy="24765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765800" y="1739900"/>
              <a:ext cx="139700" cy="2311400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6197600" y="1964372"/>
            <a:ext cx="1040130" cy="4267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600" spc="-190">
                <a:latin typeface="Microsoft Sans Serif"/>
                <a:cs typeface="Microsoft Sans Serif"/>
              </a:rPr>
              <a:t>STEP</a:t>
            </a:r>
            <a:r>
              <a:rPr dirty="0" sz="2600" spc="-165">
                <a:latin typeface="Microsoft Sans Serif"/>
                <a:cs typeface="Microsoft Sans Serif"/>
              </a:rPr>
              <a:t> </a:t>
            </a:r>
            <a:r>
              <a:rPr dirty="0" sz="2600" spc="-50">
                <a:latin typeface="Microsoft Sans Serif"/>
                <a:cs typeface="Microsoft Sans Serif"/>
              </a:rPr>
              <a:t>2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197600" y="2604084"/>
            <a:ext cx="1776730" cy="314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70">
                <a:latin typeface="Microsoft Sans Serif"/>
                <a:cs typeface="Microsoft Sans Serif"/>
              </a:rPr>
              <a:t>Enter</a:t>
            </a:r>
            <a:r>
              <a:rPr dirty="0" sz="1900" spc="-130">
                <a:latin typeface="Microsoft Sans Serif"/>
                <a:cs typeface="Microsoft Sans Serif"/>
              </a:rPr>
              <a:t> </a:t>
            </a:r>
            <a:r>
              <a:rPr dirty="0" sz="1900" spc="-70">
                <a:latin typeface="Microsoft Sans Serif"/>
                <a:cs typeface="Microsoft Sans Serif"/>
              </a:rPr>
              <a:t>Item</a:t>
            </a:r>
            <a:r>
              <a:rPr dirty="0" sz="1900" spc="-145">
                <a:latin typeface="Microsoft Sans Serif"/>
                <a:cs typeface="Microsoft Sans Serif"/>
              </a:rPr>
              <a:t> </a:t>
            </a:r>
            <a:r>
              <a:rPr dirty="0" sz="1900" spc="-60">
                <a:latin typeface="Microsoft Sans Serif"/>
                <a:cs typeface="Microsoft Sans Serif"/>
              </a:rPr>
              <a:t>Details</a:t>
            </a:r>
            <a:endParaRPr sz="1900">
              <a:latin typeface="Microsoft Sans Serif"/>
              <a:cs typeface="Microsoft Sans Serif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0807700" y="1689100"/>
            <a:ext cx="4991100" cy="2628900"/>
            <a:chOff x="10807700" y="1689100"/>
            <a:chExt cx="4991100" cy="2628900"/>
          </a:xfrm>
        </p:grpSpPr>
        <p:pic>
          <p:nvPicPr>
            <p:cNvPr id="22" name="object 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947400" y="1828800"/>
              <a:ext cx="4851400" cy="24892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1036300" y="1892300"/>
              <a:ext cx="4686300" cy="23114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807700" y="1689100"/>
              <a:ext cx="4851400" cy="247650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883900" y="1739900"/>
              <a:ext cx="4686300" cy="23114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807700" y="1689100"/>
              <a:ext cx="292100" cy="24765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883900" y="1739900"/>
              <a:ext cx="139700" cy="2311400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11315700" y="1964372"/>
            <a:ext cx="1047750" cy="4267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600" spc="-190">
                <a:latin typeface="Microsoft Sans Serif"/>
                <a:cs typeface="Microsoft Sans Serif"/>
              </a:rPr>
              <a:t>STEP</a:t>
            </a:r>
            <a:r>
              <a:rPr dirty="0" sz="2600" spc="-165">
                <a:latin typeface="Microsoft Sans Serif"/>
                <a:cs typeface="Microsoft Sans Serif"/>
              </a:rPr>
              <a:t> </a:t>
            </a:r>
            <a:r>
              <a:rPr dirty="0" sz="2600" spc="-50">
                <a:latin typeface="Microsoft Sans Serif"/>
                <a:cs typeface="Microsoft Sans Serif"/>
              </a:rPr>
              <a:t>3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1315700" y="2604084"/>
            <a:ext cx="2198370" cy="314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65">
                <a:latin typeface="Microsoft Sans Serif"/>
                <a:cs typeface="Microsoft Sans Serif"/>
              </a:rPr>
              <a:t>Add</a:t>
            </a:r>
            <a:r>
              <a:rPr dirty="0" sz="1900" spc="-100">
                <a:latin typeface="Microsoft Sans Serif"/>
                <a:cs typeface="Microsoft Sans Serif"/>
              </a:rPr>
              <a:t> </a:t>
            </a:r>
            <a:r>
              <a:rPr dirty="0" sz="1850" spc="175">
                <a:latin typeface="Microsoft Sans Serif"/>
                <a:cs typeface="Microsoft Sans Serif"/>
              </a:rPr>
              <a:t>/</a:t>
            </a:r>
            <a:r>
              <a:rPr dirty="0" sz="1850" spc="-75">
                <a:latin typeface="Microsoft Sans Serif"/>
                <a:cs typeface="Microsoft Sans Serif"/>
              </a:rPr>
              <a:t> </a:t>
            </a:r>
            <a:r>
              <a:rPr dirty="0" sz="1900" spc="-70">
                <a:latin typeface="Microsoft Sans Serif"/>
                <a:cs typeface="Microsoft Sans Serif"/>
              </a:rPr>
              <a:t>Update</a:t>
            </a:r>
            <a:r>
              <a:rPr dirty="0" sz="1900" spc="-200">
                <a:latin typeface="Microsoft Sans Serif"/>
                <a:cs typeface="Microsoft Sans Serif"/>
              </a:rPr>
              <a:t> </a:t>
            </a:r>
            <a:r>
              <a:rPr dirty="0" sz="1850" spc="175">
                <a:latin typeface="Microsoft Sans Serif"/>
                <a:cs typeface="Microsoft Sans Serif"/>
              </a:rPr>
              <a:t>/</a:t>
            </a:r>
            <a:r>
              <a:rPr dirty="0" sz="1850" spc="-75">
                <a:latin typeface="Microsoft Sans Serif"/>
                <a:cs typeface="Microsoft Sans Serif"/>
              </a:rPr>
              <a:t> </a:t>
            </a:r>
            <a:r>
              <a:rPr dirty="0" sz="1900" spc="-40">
                <a:latin typeface="Microsoft Sans Serif"/>
                <a:cs typeface="Microsoft Sans Serif"/>
              </a:rPr>
              <a:t>Delete</a:t>
            </a:r>
            <a:endParaRPr sz="1900">
              <a:latin typeface="Microsoft Sans Serif"/>
              <a:cs typeface="Microsoft Sans Serif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58800" y="4610100"/>
            <a:ext cx="5003800" cy="2628900"/>
            <a:chOff x="558800" y="4610100"/>
            <a:chExt cx="5003800" cy="2628900"/>
          </a:xfrm>
        </p:grpSpPr>
        <p:pic>
          <p:nvPicPr>
            <p:cNvPr id="31" name="object 3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11200" y="4762500"/>
              <a:ext cx="4851400" cy="247650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87400" y="4813300"/>
              <a:ext cx="4686300" cy="23114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58800" y="4610100"/>
              <a:ext cx="4851400" cy="248920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47700" y="4673600"/>
              <a:ext cx="4686300" cy="231140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58800" y="4610100"/>
              <a:ext cx="304800" cy="248920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47700" y="4673600"/>
              <a:ext cx="139700" cy="2311400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1079500" y="4885372"/>
            <a:ext cx="1070610" cy="4267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600" spc="-190">
                <a:latin typeface="Microsoft Sans Serif"/>
                <a:cs typeface="Microsoft Sans Serif"/>
              </a:rPr>
              <a:t>STEP</a:t>
            </a:r>
            <a:r>
              <a:rPr dirty="0" sz="2600" spc="-165">
                <a:latin typeface="Microsoft Sans Serif"/>
                <a:cs typeface="Microsoft Sans Serif"/>
              </a:rPr>
              <a:t> </a:t>
            </a:r>
            <a:r>
              <a:rPr dirty="0" sz="2600" spc="120">
                <a:latin typeface="Microsoft Sans Serif"/>
                <a:cs typeface="Microsoft Sans Serif"/>
              </a:rPr>
              <a:t>4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079500" y="5525084"/>
            <a:ext cx="1499870" cy="314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75">
                <a:latin typeface="Microsoft Sans Serif"/>
                <a:cs typeface="Microsoft Sans Serif"/>
              </a:rPr>
              <a:t>Store</a:t>
            </a:r>
            <a:r>
              <a:rPr dirty="0" sz="1900" spc="-100">
                <a:latin typeface="Microsoft Sans Serif"/>
                <a:cs typeface="Microsoft Sans Serif"/>
              </a:rPr>
              <a:t> </a:t>
            </a:r>
            <a:r>
              <a:rPr dirty="0" sz="1900" spc="-70">
                <a:latin typeface="Microsoft Sans Serif"/>
                <a:cs typeface="Microsoft Sans Serif"/>
              </a:rPr>
              <a:t>in</a:t>
            </a:r>
            <a:r>
              <a:rPr dirty="0" sz="1900" spc="-165">
                <a:latin typeface="Microsoft Sans Serif"/>
                <a:cs typeface="Microsoft Sans Serif"/>
              </a:rPr>
              <a:t> </a:t>
            </a:r>
            <a:r>
              <a:rPr dirty="0" sz="1900" spc="-80">
                <a:latin typeface="Microsoft Sans Serif"/>
                <a:cs typeface="Microsoft Sans Serif"/>
              </a:rPr>
              <a:t>SQLite</a:t>
            </a:r>
            <a:endParaRPr sz="1900">
              <a:latin typeface="Microsoft Sans Serif"/>
              <a:cs typeface="Microsoft Sans Serif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5689600" y="4610100"/>
            <a:ext cx="4991100" cy="2628900"/>
            <a:chOff x="5689600" y="4610100"/>
            <a:chExt cx="4991100" cy="2628900"/>
          </a:xfrm>
        </p:grpSpPr>
        <p:pic>
          <p:nvPicPr>
            <p:cNvPr id="40" name="object 40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829300" y="4762500"/>
              <a:ext cx="4851400" cy="247650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918200" y="4813300"/>
              <a:ext cx="4686300" cy="231140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689600" y="4610100"/>
              <a:ext cx="4838700" cy="248920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765800" y="4673600"/>
              <a:ext cx="4686300" cy="231140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689600" y="4610100"/>
              <a:ext cx="292100" cy="248920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765800" y="4673600"/>
              <a:ext cx="139700" cy="2311400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6197600" y="4885372"/>
            <a:ext cx="1052830" cy="4267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600" spc="-190">
                <a:latin typeface="Microsoft Sans Serif"/>
                <a:cs typeface="Microsoft Sans Serif"/>
              </a:rPr>
              <a:t>STEP</a:t>
            </a:r>
            <a:r>
              <a:rPr dirty="0" sz="2600" spc="-165">
                <a:latin typeface="Microsoft Sans Serif"/>
                <a:cs typeface="Microsoft Sans Serif"/>
              </a:rPr>
              <a:t> </a:t>
            </a:r>
            <a:r>
              <a:rPr dirty="0" sz="2600" spc="-50">
                <a:latin typeface="Microsoft Sans Serif"/>
                <a:cs typeface="Microsoft Sans Serif"/>
              </a:rPr>
              <a:t>5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197600" y="5525084"/>
            <a:ext cx="1762125" cy="314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105">
                <a:latin typeface="Microsoft Sans Serif"/>
                <a:cs typeface="Microsoft Sans Serif"/>
              </a:rPr>
              <a:t>Search</a:t>
            </a:r>
            <a:r>
              <a:rPr dirty="0" sz="1900" spc="-45">
                <a:latin typeface="Microsoft Sans Serif"/>
                <a:cs typeface="Microsoft Sans Serif"/>
              </a:rPr>
              <a:t> </a:t>
            </a:r>
            <a:r>
              <a:rPr dirty="0" sz="1850" spc="175">
                <a:latin typeface="Microsoft Sans Serif"/>
                <a:cs typeface="Microsoft Sans Serif"/>
              </a:rPr>
              <a:t>/</a:t>
            </a:r>
            <a:r>
              <a:rPr dirty="0" sz="1850" spc="-165">
                <a:latin typeface="Microsoft Sans Serif"/>
                <a:cs typeface="Microsoft Sans Serif"/>
              </a:rPr>
              <a:t> </a:t>
            </a:r>
            <a:r>
              <a:rPr dirty="0" sz="1900" spc="-35">
                <a:latin typeface="Microsoft Sans Serif"/>
                <a:cs typeface="Microsoft Sans Serif"/>
              </a:rPr>
              <a:t>Show</a:t>
            </a:r>
            <a:r>
              <a:rPr dirty="0" sz="1900" spc="-250">
                <a:latin typeface="Microsoft Sans Serif"/>
                <a:cs typeface="Microsoft Sans Serif"/>
              </a:rPr>
              <a:t> </a:t>
            </a:r>
            <a:r>
              <a:rPr dirty="0" sz="1900" spc="-60">
                <a:latin typeface="Microsoft Sans Serif"/>
                <a:cs typeface="Microsoft Sans Serif"/>
              </a:rPr>
              <a:t>All</a:t>
            </a:r>
            <a:endParaRPr sz="1900">
              <a:latin typeface="Microsoft Sans Serif"/>
              <a:cs typeface="Microsoft Sans Serif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10807700" y="4610100"/>
            <a:ext cx="4991100" cy="2628900"/>
            <a:chOff x="10807700" y="4610100"/>
            <a:chExt cx="4991100" cy="2628900"/>
          </a:xfrm>
        </p:grpSpPr>
        <p:pic>
          <p:nvPicPr>
            <p:cNvPr id="49" name="object 49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0947400" y="4762500"/>
              <a:ext cx="4851400" cy="247650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1036300" y="4813300"/>
              <a:ext cx="4686300" cy="231140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0807700" y="4610100"/>
              <a:ext cx="4851400" cy="248920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0883900" y="4673600"/>
              <a:ext cx="4686300" cy="231140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0807700" y="4610100"/>
              <a:ext cx="292100" cy="2489200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0883900" y="4673600"/>
              <a:ext cx="139700" cy="2311400"/>
            </a:xfrm>
            <a:prstGeom prst="rect">
              <a:avLst/>
            </a:prstGeom>
          </p:spPr>
        </p:pic>
      </p:grpSp>
      <p:sp>
        <p:nvSpPr>
          <p:cNvPr id="55" name="object 55"/>
          <p:cNvSpPr txBox="1"/>
          <p:nvPr/>
        </p:nvSpPr>
        <p:spPr>
          <a:xfrm>
            <a:off x="11315700" y="4885372"/>
            <a:ext cx="1059815" cy="4267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600" spc="-190">
                <a:latin typeface="Microsoft Sans Serif"/>
                <a:cs typeface="Microsoft Sans Serif"/>
              </a:rPr>
              <a:t>STEP</a:t>
            </a:r>
            <a:r>
              <a:rPr dirty="0" sz="2600" spc="-165">
                <a:latin typeface="Microsoft Sans Serif"/>
                <a:cs typeface="Microsoft Sans Serif"/>
              </a:rPr>
              <a:t> </a:t>
            </a:r>
            <a:r>
              <a:rPr dirty="0" sz="2600" spc="35">
                <a:latin typeface="Microsoft Sans Serif"/>
                <a:cs typeface="Microsoft Sans Serif"/>
              </a:rPr>
              <a:t>6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57" name="object 5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15"/>
              </a:lnSpc>
            </a:pPr>
            <a:r>
              <a:rPr dirty="0" spc="-110"/>
              <a:t>THE</a:t>
            </a:r>
            <a:r>
              <a:rPr dirty="0" spc="-30"/>
              <a:t> </a:t>
            </a:r>
            <a:r>
              <a:rPr dirty="0" spc="-80"/>
              <a:t>CULINARY</a:t>
            </a:r>
            <a:r>
              <a:rPr dirty="0" spc="-70"/>
              <a:t> </a:t>
            </a:r>
            <a:r>
              <a:rPr dirty="0" spc="-40"/>
              <a:t>HUB</a:t>
            </a:r>
            <a:r>
              <a:rPr dirty="0" spc="225"/>
              <a:t> </a:t>
            </a:r>
            <a:r>
              <a:rPr dirty="0" sz="1200"/>
              <a:t>•</a:t>
            </a:r>
            <a:r>
              <a:rPr dirty="0" sz="1200" spc="365"/>
              <a:t> </a:t>
            </a:r>
            <a:r>
              <a:rPr dirty="0" spc="-55"/>
              <a:t>Restaurant</a:t>
            </a:r>
            <a:r>
              <a:rPr dirty="0" spc="-125"/>
              <a:t> </a:t>
            </a:r>
            <a:r>
              <a:rPr dirty="0" spc="-30"/>
              <a:t>Menu</a:t>
            </a:r>
            <a:r>
              <a:rPr dirty="0" spc="-75"/>
              <a:t> </a:t>
            </a:r>
            <a:r>
              <a:rPr dirty="0" spc="-40"/>
              <a:t>Management</a:t>
            </a:r>
            <a:r>
              <a:rPr dirty="0" spc="-120"/>
              <a:t> </a:t>
            </a:r>
            <a:r>
              <a:rPr dirty="0" spc="-30"/>
              <a:t>System</a:t>
            </a:r>
            <a:endParaRPr sz="1200"/>
          </a:p>
        </p:txBody>
      </p:sp>
      <p:sp>
        <p:nvSpPr>
          <p:cNvPr id="58" name="object 5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15"/>
              </a:lnSpc>
            </a:pPr>
            <a:fld id="{81D60167-4931-47E6-BA6A-407CBD079E47}" type="slidenum">
              <a:rPr dirty="0" spc="-340"/>
              <a:t>10</a:t>
            </a:fld>
          </a:p>
        </p:txBody>
      </p:sp>
      <p:sp>
        <p:nvSpPr>
          <p:cNvPr id="56" name="object 56"/>
          <p:cNvSpPr txBox="1"/>
          <p:nvPr/>
        </p:nvSpPr>
        <p:spPr>
          <a:xfrm>
            <a:off x="11315700" y="5525084"/>
            <a:ext cx="1180465" cy="314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75">
                <a:latin typeface="Microsoft Sans Serif"/>
                <a:cs typeface="Microsoft Sans Serif"/>
              </a:rPr>
              <a:t>Export</a:t>
            </a:r>
            <a:r>
              <a:rPr dirty="0" sz="1900" spc="-85">
                <a:latin typeface="Microsoft Sans Serif"/>
                <a:cs typeface="Microsoft Sans Serif"/>
              </a:rPr>
              <a:t> </a:t>
            </a:r>
            <a:r>
              <a:rPr dirty="0" sz="1900" spc="-80">
                <a:latin typeface="Microsoft Sans Serif"/>
                <a:cs typeface="Microsoft Sans Serif"/>
              </a:rPr>
              <a:t>CSV</a:t>
            </a:r>
            <a:endParaRPr sz="1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39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85"/>
              </a:spcBef>
            </a:pPr>
            <a:r>
              <a:rPr dirty="0" sz="4050" spc="125"/>
              <a:t>06</a:t>
            </a:r>
            <a:r>
              <a:rPr dirty="0" sz="4050" spc="550"/>
              <a:t> </a:t>
            </a:r>
            <a:r>
              <a:rPr dirty="0" spc="-120"/>
              <a:t>Project</a:t>
            </a:r>
            <a:r>
              <a:rPr dirty="0" spc="-260"/>
              <a:t> </a:t>
            </a:r>
            <a:r>
              <a:rPr dirty="0" spc="-100"/>
              <a:t>Interface</a:t>
            </a:r>
            <a:endParaRPr sz="4050"/>
          </a:p>
          <a:p>
            <a:pPr marL="38100">
              <a:lnSpc>
                <a:spcPct val="100000"/>
              </a:lnSpc>
              <a:spcBef>
                <a:spcPts val="680"/>
              </a:spcBef>
            </a:pPr>
            <a:r>
              <a:rPr dirty="0" sz="1800" spc="-55"/>
              <a:t>Actual</a:t>
            </a:r>
            <a:r>
              <a:rPr dirty="0" sz="1800"/>
              <a:t> </a:t>
            </a:r>
            <a:r>
              <a:rPr dirty="0" sz="1800" spc="-35"/>
              <a:t>working</a:t>
            </a:r>
            <a:r>
              <a:rPr dirty="0" sz="1800" spc="-110"/>
              <a:t> </a:t>
            </a:r>
            <a:r>
              <a:rPr dirty="0" sz="1800" spc="-60"/>
              <a:t>application</a:t>
            </a:r>
            <a:r>
              <a:rPr dirty="0" sz="1800" spc="-70"/>
              <a:t> </a:t>
            </a:r>
            <a:r>
              <a:rPr dirty="0" sz="1800" spc="-10"/>
              <a:t>screenshot</a:t>
            </a:r>
            <a:endParaRPr sz="1800"/>
          </a:p>
        </p:txBody>
      </p:sp>
      <p:grpSp>
        <p:nvGrpSpPr>
          <p:cNvPr id="3" name="object 3"/>
          <p:cNvGrpSpPr/>
          <p:nvPr/>
        </p:nvGrpSpPr>
        <p:grpSpPr>
          <a:xfrm>
            <a:off x="3619500" y="1651000"/>
            <a:ext cx="9283700" cy="7061200"/>
            <a:chOff x="3619500" y="1651000"/>
            <a:chExt cx="9283700" cy="70612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70300" y="1727200"/>
              <a:ext cx="9232900" cy="6985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46500" y="1778000"/>
              <a:ext cx="9067800" cy="68199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19500" y="1651000"/>
              <a:ext cx="9017000" cy="6769100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15"/>
              </a:lnSpc>
            </a:pPr>
            <a:r>
              <a:rPr dirty="0" spc="-110"/>
              <a:t>THE</a:t>
            </a:r>
            <a:r>
              <a:rPr dirty="0" spc="-30"/>
              <a:t> </a:t>
            </a:r>
            <a:r>
              <a:rPr dirty="0" spc="-80"/>
              <a:t>CULINARY</a:t>
            </a:r>
            <a:r>
              <a:rPr dirty="0" spc="-70"/>
              <a:t> </a:t>
            </a:r>
            <a:r>
              <a:rPr dirty="0" spc="-40"/>
              <a:t>HUB</a:t>
            </a:r>
            <a:r>
              <a:rPr dirty="0" spc="225"/>
              <a:t> </a:t>
            </a:r>
            <a:r>
              <a:rPr dirty="0" sz="1200"/>
              <a:t>•</a:t>
            </a:r>
            <a:r>
              <a:rPr dirty="0" sz="1200" spc="365"/>
              <a:t> </a:t>
            </a:r>
            <a:r>
              <a:rPr dirty="0" spc="-55"/>
              <a:t>Restaurant</a:t>
            </a:r>
            <a:r>
              <a:rPr dirty="0" spc="-125"/>
              <a:t> </a:t>
            </a:r>
            <a:r>
              <a:rPr dirty="0" spc="-30"/>
              <a:t>Menu</a:t>
            </a:r>
            <a:r>
              <a:rPr dirty="0" spc="-75"/>
              <a:t> </a:t>
            </a:r>
            <a:r>
              <a:rPr dirty="0" spc="-40"/>
              <a:t>Management</a:t>
            </a:r>
            <a:r>
              <a:rPr dirty="0" spc="-120"/>
              <a:t> </a:t>
            </a:r>
            <a:r>
              <a:rPr dirty="0" spc="-30"/>
              <a:t>System</a:t>
            </a:r>
            <a:endParaRPr sz="1200"/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15"/>
              </a:lnSpc>
            </a:pPr>
            <a:fld id="{81D60167-4931-47E6-BA6A-407CBD079E47}" type="slidenum">
              <a:rPr dirty="0" spc="-340"/>
              <a:t>10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39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85"/>
              </a:spcBef>
            </a:pPr>
            <a:r>
              <a:rPr dirty="0" sz="4050"/>
              <a:t>07</a:t>
            </a:r>
            <a:r>
              <a:rPr dirty="0" sz="4050" spc="575"/>
              <a:t> </a:t>
            </a:r>
            <a:r>
              <a:rPr dirty="0" spc="-200"/>
              <a:t>Database</a:t>
            </a:r>
            <a:r>
              <a:rPr dirty="0" spc="-325"/>
              <a:t> </a:t>
            </a:r>
            <a:r>
              <a:rPr dirty="0" spc="-10"/>
              <a:t>Design</a:t>
            </a:r>
            <a:endParaRPr sz="4050"/>
          </a:p>
          <a:p>
            <a:pPr marL="38100">
              <a:lnSpc>
                <a:spcPct val="100000"/>
              </a:lnSpc>
              <a:spcBef>
                <a:spcPts val="680"/>
              </a:spcBef>
            </a:pPr>
            <a:r>
              <a:rPr dirty="0" sz="1800" spc="-95"/>
              <a:t>SQLite</a:t>
            </a:r>
            <a:r>
              <a:rPr dirty="0" sz="1800" spc="-105"/>
              <a:t> </a:t>
            </a:r>
            <a:r>
              <a:rPr dirty="0" sz="1800" spc="-60"/>
              <a:t>database</a:t>
            </a:r>
            <a:r>
              <a:rPr dirty="0" sz="1800" spc="-100"/>
              <a:t> </a:t>
            </a:r>
            <a:r>
              <a:rPr dirty="0" sz="1800" spc="-30"/>
              <a:t>structure</a:t>
            </a:r>
            <a:r>
              <a:rPr dirty="0" sz="1800" spc="-100"/>
              <a:t> </a:t>
            </a:r>
            <a:r>
              <a:rPr dirty="0" sz="1800" spc="-70"/>
              <a:t>used</a:t>
            </a:r>
            <a:r>
              <a:rPr dirty="0" sz="1800"/>
              <a:t> </a:t>
            </a:r>
            <a:r>
              <a:rPr dirty="0" sz="1800" spc="-45"/>
              <a:t>by</a:t>
            </a:r>
            <a:r>
              <a:rPr dirty="0" sz="1800" spc="-95"/>
              <a:t> </a:t>
            </a:r>
            <a:r>
              <a:rPr dirty="0" sz="1800" spc="-35"/>
              <a:t>the</a:t>
            </a:r>
            <a:r>
              <a:rPr dirty="0" sz="1800" spc="-105"/>
              <a:t> </a:t>
            </a:r>
            <a:r>
              <a:rPr dirty="0" sz="1800" spc="-20"/>
              <a:t>application</a:t>
            </a:r>
            <a:endParaRPr sz="1800"/>
          </a:p>
        </p:txBody>
      </p:sp>
      <p:grpSp>
        <p:nvGrpSpPr>
          <p:cNvPr id="3" name="object 3"/>
          <p:cNvGrpSpPr/>
          <p:nvPr/>
        </p:nvGrpSpPr>
        <p:grpSpPr>
          <a:xfrm>
            <a:off x="749300" y="1689100"/>
            <a:ext cx="7429500" cy="6400800"/>
            <a:chOff x="749300" y="1689100"/>
            <a:chExt cx="7429500" cy="64008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9000" y="1828800"/>
              <a:ext cx="7289800" cy="62611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7900" y="1892300"/>
              <a:ext cx="7124700" cy="60833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9300" y="1689100"/>
              <a:ext cx="7289800" cy="62611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5500" y="1739900"/>
              <a:ext cx="7124700" cy="6083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9300" y="1689100"/>
              <a:ext cx="292100" cy="62611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5500" y="1739900"/>
              <a:ext cx="139700" cy="608330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257300" y="1964372"/>
            <a:ext cx="2692400" cy="291020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600" spc="-10">
                <a:latin typeface="Microsoft Sans Serif"/>
                <a:cs typeface="Microsoft Sans Serif"/>
              </a:rPr>
              <a:t>DATABASE</a:t>
            </a:r>
            <a:endParaRPr sz="26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880"/>
              </a:spcBef>
            </a:pPr>
            <a:r>
              <a:rPr dirty="0" sz="1900" spc="-120">
                <a:latin typeface="Microsoft Sans Serif"/>
                <a:cs typeface="Microsoft Sans Serif"/>
              </a:rPr>
              <a:t>File</a:t>
            </a:r>
            <a:r>
              <a:rPr dirty="0" sz="1850" spc="-120">
                <a:latin typeface="Microsoft Sans Serif"/>
                <a:cs typeface="Microsoft Sans Serif"/>
              </a:rPr>
              <a:t>:</a:t>
            </a:r>
            <a:r>
              <a:rPr dirty="0" sz="1850" spc="-25">
                <a:latin typeface="Microsoft Sans Serif"/>
                <a:cs typeface="Microsoft Sans Serif"/>
              </a:rPr>
              <a:t> </a:t>
            </a:r>
            <a:r>
              <a:rPr dirty="0" sz="1900" spc="-10">
                <a:latin typeface="Microsoft Sans Serif"/>
                <a:cs typeface="Microsoft Sans Serif"/>
              </a:rPr>
              <a:t>restaurant</a:t>
            </a:r>
            <a:r>
              <a:rPr dirty="0" sz="1850" spc="-10">
                <a:latin typeface="Microsoft Sans Serif"/>
                <a:cs typeface="Microsoft Sans Serif"/>
              </a:rPr>
              <a:t>.</a:t>
            </a:r>
            <a:r>
              <a:rPr dirty="0" sz="1900" spc="-10">
                <a:latin typeface="Microsoft Sans Serif"/>
                <a:cs typeface="Microsoft Sans Serif"/>
              </a:rPr>
              <a:t>db</a:t>
            </a:r>
            <a:endParaRPr sz="1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900" spc="-100">
                <a:latin typeface="Microsoft Sans Serif"/>
                <a:cs typeface="Microsoft Sans Serif"/>
              </a:rPr>
              <a:t>Table</a:t>
            </a:r>
            <a:r>
              <a:rPr dirty="0" sz="1850" spc="-100">
                <a:latin typeface="Microsoft Sans Serif"/>
                <a:cs typeface="Microsoft Sans Serif"/>
              </a:rPr>
              <a:t>:</a:t>
            </a:r>
            <a:r>
              <a:rPr dirty="0" sz="1850" spc="-20">
                <a:latin typeface="Microsoft Sans Serif"/>
                <a:cs typeface="Microsoft Sans Serif"/>
              </a:rPr>
              <a:t> </a:t>
            </a:r>
            <a:r>
              <a:rPr dirty="0" sz="1900" spc="-20">
                <a:latin typeface="Microsoft Sans Serif"/>
                <a:cs typeface="Microsoft Sans Serif"/>
              </a:rPr>
              <a:t>menu</a:t>
            </a:r>
            <a:endParaRPr sz="19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1800">
              <a:latin typeface="Microsoft Sans Serif"/>
              <a:cs typeface="Microsoft Sans Serif"/>
            </a:endParaRPr>
          </a:p>
          <a:p>
            <a:pPr marL="12700" marR="5080">
              <a:lnSpc>
                <a:spcPts val="2200"/>
              </a:lnSpc>
            </a:pPr>
            <a:r>
              <a:rPr dirty="0" sz="1900" spc="-100">
                <a:latin typeface="Microsoft Sans Serif"/>
                <a:cs typeface="Microsoft Sans Serif"/>
              </a:rPr>
              <a:t>ID</a:t>
            </a:r>
            <a:r>
              <a:rPr dirty="0" sz="1900" spc="-215">
                <a:latin typeface="Microsoft Sans Serif"/>
                <a:cs typeface="Microsoft Sans Serif"/>
              </a:rPr>
              <a:t> </a:t>
            </a:r>
            <a:r>
              <a:rPr dirty="0" sz="1850" spc="880">
                <a:latin typeface="Microsoft Sans Serif"/>
                <a:cs typeface="Microsoft Sans Serif"/>
              </a:rPr>
              <a:t>—</a:t>
            </a:r>
            <a:r>
              <a:rPr dirty="0" sz="1850" spc="-240">
                <a:latin typeface="Microsoft Sans Serif"/>
                <a:cs typeface="Microsoft Sans Serif"/>
              </a:rPr>
              <a:t> </a:t>
            </a:r>
            <a:r>
              <a:rPr dirty="0" sz="1900" spc="-75">
                <a:latin typeface="Microsoft Sans Serif"/>
                <a:cs typeface="Microsoft Sans Serif"/>
              </a:rPr>
              <a:t>Primary</a:t>
            </a:r>
            <a:r>
              <a:rPr dirty="0" sz="1900" spc="-185">
                <a:latin typeface="Microsoft Sans Serif"/>
                <a:cs typeface="Microsoft Sans Serif"/>
              </a:rPr>
              <a:t> </a:t>
            </a:r>
            <a:r>
              <a:rPr dirty="0" sz="1900" spc="-25">
                <a:latin typeface="Microsoft Sans Serif"/>
                <a:cs typeface="Microsoft Sans Serif"/>
              </a:rPr>
              <a:t>Key </a:t>
            </a:r>
            <a:r>
              <a:rPr dirty="0" sz="1900" spc="-85">
                <a:latin typeface="Microsoft Sans Serif"/>
                <a:cs typeface="Microsoft Sans Serif"/>
              </a:rPr>
              <a:t>item</a:t>
            </a:r>
            <a:r>
              <a:rPr dirty="0" sz="1850" spc="-85">
                <a:latin typeface="Microsoft Sans Serif"/>
                <a:cs typeface="Microsoft Sans Serif"/>
              </a:rPr>
              <a:t>_</a:t>
            </a:r>
            <a:r>
              <a:rPr dirty="0" sz="1900" spc="-85">
                <a:latin typeface="Microsoft Sans Serif"/>
                <a:cs typeface="Microsoft Sans Serif"/>
              </a:rPr>
              <a:t>name </a:t>
            </a:r>
            <a:r>
              <a:rPr dirty="0" sz="1850" spc="880">
                <a:latin typeface="Microsoft Sans Serif"/>
                <a:cs typeface="Microsoft Sans Serif"/>
              </a:rPr>
              <a:t>—</a:t>
            </a:r>
            <a:r>
              <a:rPr dirty="0" sz="1850" spc="-240">
                <a:latin typeface="Microsoft Sans Serif"/>
                <a:cs typeface="Microsoft Sans Serif"/>
              </a:rPr>
              <a:t> </a:t>
            </a:r>
            <a:r>
              <a:rPr dirty="0" sz="1900" spc="-85">
                <a:latin typeface="Microsoft Sans Serif"/>
                <a:cs typeface="Microsoft Sans Serif"/>
              </a:rPr>
              <a:t>Menu</a:t>
            </a:r>
            <a:r>
              <a:rPr dirty="0" sz="1900" spc="-50">
                <a:latin typeface="Microsoft Sans Serif"/>
                <a:cs typeface="Microsoft Sans Serif"/>
              </a:rPr>
              <a:t> </a:t>
            </a:r>
            <a:r>
              <a:rPr dirty="0" sz="1900" spc="-20">
                <a:latin typeface="Microsoft Sans Serif"/>
                <a:cs typeface="Microsoft Sans Serif"/>
              </a:rPr>
              <a:t>item </a:t>
            </a:r>
            <a:r>
              <a:rPr dirty="0" sz="1900" spc="-50">
                <a:latin typeface="Microsoft Sans Serif"/>
                <a:cs typeface="Microsoft Sans Serif"/>
              </a:rPr>
              <a:t>category</a:t>
            </a:r>
            <a:r>
              <a:rPr dirty="0" sz="1900" spc="-180">
                <a:latin typeface="Microsoft Sans Serif"/>
                <a:cs typeface="Microsoft Sans Serif"/>
              </a:rPr>
              <a:t> </a:t>
            </a:r>
            <a:r>
              <a:rPr dirty="0" sz="1850" spc="880">
                <a:latin typeface="Microsoft Sans Serif"/>
                <a:cs typeface="Microsoft Sans Serif"/>
              </a:rPr>
              <a:t>—</a:t>
            </a:r>
            <a:r>
              <a:rPr dirty="0" sz="1850" spc="-235">
                <a:latin typeface="Microsoft Sans Serif"/>
                <a:cs typeface="Microsoft Sans Serif"/>
              </a:rPr>
              <a:t> </a:t>
            </a:r>
            <a:r>
              <a:rPr dirty="0" sz="1900" spc="-90">
                <a:latin typeface="Microsoft Sans Serif"/>
                <a:cs typeface="Microsoft Sans Serif"/>
              </a:rPr>
              <a:t>Food</a:t>
            </a:r>
            <a:r>
              <a:rPr dirty="0" sz="1900" spc="-75">
                <a:latin typeface="Microsoft Sans Serif"/>
                <a:cs typeface="Microsoft Sans Serif"/>
              </a:rPr>
              <a:t> </a:t>
            </a:r>
            <a:r>
              <a:rPr dirty="0" sz="1900" spc="-35">
                <a:latin typeface="Microsoft Sans Serif"/>
                <a:cs typeface="Microsoft Sans Serif"/>
              </a:rPr>
              <a:t>category </a:t>
            </a:r>
            <a:r>
              <a:rPr dirty="0" sz="1900" spc="-55">
                <a:latin typeface="Microsoft Sans Serif"/>
                <a:cs typeface="Microsoft Sans Serif"/>
              </a:rPr>
              <a:t>price</a:t>
            </a:r>
            <a:r>
              <a:rPr dirty="0" sz="1900" spc="-90">
                <a:latin typeface="Microsoft Sans Serif"/>
                <a:cs typeface="Microsoft Sans Serif"/>
              </a:rPr>
              <a:t> </a:t>
            </a:r>
            <a:r>
              <a:rPr dirty="0" sz="1850" spc="1019">
                <a:latin typeface="Microsoft Sans Serif"/>
                <a:cs typeface="Microsoft Sans Serif"/>
              </a:rPr>
              <a:t>—</a:t>
            </a:r>
            <a:r>
              <a:rPr dirty="0" sz="1900" spc="-45">
                <a:latin typeface="Microsoft Sans Serif"/>
                <a:cs typeface="Microsoft Sans Serif"/>
              </a:rPr>
              <a:t>Item</a:t>
            </a:r>
            <a:r>
              <a:rPr dirty="0" sz="1900" spc="-150">
                <a:latin typeface="Microsoft Sans Serif"/>
                <a:cs typeface="Microsoft Sans Serif"/>
              </a:rPr>
              <a:t> </a:t>
            </a:r>
            <a:r>
              <a:rPr dirty="0" sz="1900" spc="-10">
                <a:latin typeface="Microsoft Sans Serif"/>
                <a:cs typeface="Microsoft Sans Serif"/>
              </a:rPr>
              <a:t>price</a:t>
            </a:r>
            <a:endParaRPr sz="1900">
              <a:latin typeface="Microsoft Sans Serif"/>
              <a:cs typeface="Microsoft Sans Serif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242300" y="1689100"/>
            <a:ext cx="7429500" cy="6400800"/>
            <a:chOff x="8242300" y="1689100"/>
            <a:chExt cx="7429500" cy="6400800"/>
          </a:xfrm>
        </p:grpSpPr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394700" y="1828800"/>
              <a:ext cx="7277100" cy="62611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470900" y="1892300"/>
              <a:ext cx="7124700" cy="60833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242300" y="1689100"/>
              <a:ext cx="7289800" cy="62611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331200" y="1739900"/>
              <a:ext cx="7124700" cy="60833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242300" y="1689100"/>
              <a:ext cx="304800" cy="62611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331200" y="1739900"/>
              <a:ext cx="139700" cy="608330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8763000" y="1964372"/>
            <a:ext cx="3703320" cy="235140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600" spc="-30">
                <a:latin typeface="Microsoft Sans Serif"/>
                <a:cs typeface="Microsoft Sans Serif"/>
              </a:rPr>
              <a:t>DATA</a:t>
            </a:r>
            <a:r>
              <a:rPr dirty="0" sz="2600" spc="-215">
                <a:latin typeface="Microsoft Sans Serif"/>
                <a:cs typeface="Microsoft Sans Serif"/>
              </a:rPr>
              <a:t> </a:t>
            </a:r>
            <a:r>
              <a:rPr dirty="0" sz="2600" spc="-10">
                <a:latin typeface="Microsoft Sans Serif"/>
                <a:cs typeface="Microsoft Sans Serif"/>
              </a:rPr>
              <a:t>EXAMPLE</a:t>
            </a:r>
            <a:endParaRPr sz="2600">
              <a:latin typeface="Microsoft Sans Serif"/>
              <a:cs typeface="Microsoft Sans Serif"/>
            </a:endParaRPr>
          </a:p>
          <a:p>
            <a:pPr marL="12700" marR="376555">
              <a:lnSpc>
                <a:spcPts val="2200"/>
              </a:lnSpc>
              <a:spcBef>
                <a:spcPts val="2020"/>
              </a:spcBef>
            </a:pPr>
            <a:r>
              <a:rPr dirty="0" sz="1900" spc="-90">
                <a:latin typeface="Microsoft Sans Serif"/>
                <a:cs typeface="Microsoft Sans Serif"/>
              </a:rPr>
              <a:t>Paneer</a:t>
            </a:r>
            <a:r>
              <a:rPr dirty="0" sz="1900" spc="-160">
                <a:latin typeface="Microsoft Sans Serif"/>
                <a:cs typeface="Microsoft Sans Serif"/>
              </a:rPr>
              <a:t> </a:t>
            </a:r>
            <a:r>
              <a:rPr dirty="0" sz="1900" spc="-60">
                <a:latin typeface="Microsoft Sans Serif"/>
                <a:cs typeface="Microsoft Sans Serif"/>
              </a:rPr>
              <a:t>Tikka</a:t>
            </a:r>
            <a:r>
              <a:rPr dirty="0" sz="1900" spc="90">
                <a:latin typeface="Microsoft Sans Serif"/>
                <a:cs typeface="Microsoft Sans Serif"/>
              </a:rPr>
              <a:t> </a:t>
            </a:r>
            <a:r>
              <a:rPr dirty="0" sz="1850" spc="-185">
                <a:latin typeface="Microsoft Sans Serif"/>
                <a:cs typeface="Microsoft Sans Serif"/>
              </a:rPr>
              <a:t>|</a:t>
            </a:r>
            <a:r>
              <a:rPr dirty="0" sz="1850" spc="5">
                <a:latin typeface="Microsoft Sans Serif"/>
                <a:cs typeface="Microsoft Sans Serif"/>
              </a:rPr>
              <a:t> </a:t>
            </a:r>
            <a:r>
              <a:rPr dirty="0" sz="1900" spc="-65">
                <a:latin typeface="Microsoft Sans Serif"/>
                <a:cs typeface="Microsoft Sans Serif"/>
              </a:rPr>
              <a:t>Starter</a:t>
            </a:r>
            <a:r>
              <a:rPr dirty="0" sz="1900" spc="-160">
                <a:latin typeface="Microsoft Sans Serif"/>
                <a:cs typeface="Microsoft Sans Serif"/>
              </a:rPr>
              <a:t> </a:t>
            </a:r>
            <a:r>
              <a:rPr dirty="0" sz="1850">
                <a:latin typeface="Microsoft Sans Serif"/>
                <a:cs typeface="Microsoft Sans Serif"/>
              </a:rPr>
              <a:t>|</a:t>
            </a:r>
            <a:r>
              <a:rPr dirty="0" sz="1850" spc="30">
                <a:latin typeface="Microsoft Sans Serif"/>
                <a:cs typeface="Microsoft Sans Serif"/>
              </a:rPr>
              <a:t> </a:t>
            </a:r>
            <a:r>
              <a:rPr dirty="0" sz="1850" spc="-20">
                <a:latin typeface="Microsoft Sans Serif"/>
                <a:cs typeface="Microsoft Sans Serif"/>
              </a:rPr>
              <a:t>₹250 </a:t>
            </a:r>
            <a:r>
              <a:rPr dirty="0" sz="1900" spc="-80">
                <a:latin typeface="Microsoft Sans Serif"/>
                <a:cs typeface="Microsoft Sans Serif"/>
              </a:rPr>
              <a:t>French</a:t>
            </a:r>
            <a:r>
              <a:rPr dirty="0" sz="1900" spc="-75">
                <a:latin typeface="Microsoft Sans Serif"/>
                <a:cs typeface="Microsoft Sans Serif"/>
              </a:rPr>
              <a:t> </a:t>
            </a:r>
            <a:r>
              <a:rPr dirty="0" sz="1900" spc="-95">
                <a:latin typeface="Microsoft Sans Serif"/>
                <a:cs typeface="Microsoft Sans Serif"/>
              </a:rPr>
              <a:t>Fries</a:t>
            </a:r>
            <a:r>
              <a:rPr dirty="0" sz="1900" spc="-85">
                <a:latin typeface="Microsoft Sans Serif"/>
                <a:cs typeface="Microsoft Sans Serif"/>
              </a:rPr>
              <a:t> </a:t>
            </a:r>
            <a:r>
              <a:rPr dirty="0" sz="1850" spc="-185">
                <a:latin typeface="Microsoft Sans Serif"/>
                <a:cs typeface="Microsoft Sans Serif"/>
              </a:rPr>
              <a:t>|</a:t>
            </a:r>
            <a:r>
              <a:rPr dirty="0" sz="1850" spc="10">
                <a:latin typeface="Microsoft Sans Serif"/>
                <a:cs typeface="Microsoft Sans Serif"/>
              </a:rPr>
              <a:t> </a:t>
            </a:r>
            <a:r>
              <a:rPr dirty="0" sz="1900" spc="-85">
                <a:latin typeface="Microsoft Sans Serif"/>
                <a:cs typeface="Microsoft Sans Serif"/>
              </a:rPr>
              <a:t>Fast</a:t>
            </a:r>
            <a:r>
              <a:rPr dirty="0" sz="1900" spc="-90">
                <a:latin typeface="Microsoft Sans Serif"/>
                <a:cs typeface="Microsoft Sans Serif"/>
              </a:rPr>
              <a:t> Food</a:t>
            </a:r>
            <a:r>
              <a:rPr dirty="0" sz="1900" spc="-110">
                <a:latin typeface="Microsoft Sans Serif"/>
                <a:cs typeface="Microsoft Sans Serif"/>
              </a:rPr>
              <a:t> </a:t>
            </a:r>
            <a:r>
              <a:rPr dirty="0" sz="1850" spc="-185">
                <a:latin typeface="Microsoft Sans Serif"/>
                <a:cs typeface="Microsoft Sans Serif"/>
              </a:rPr>
              <a:t>|</a:t>
            </a:r>
            <a:r>
              <a:rPr dirty="0" sz="1850" spc="15">
                <a:latin typeface="Microsoft Sans Serif"/>
                <a:cs typeface="Microsoft Sans Serif"/>
              </a:rPr>
              <a:t> </a:t>
            </a:r>
            <a:r>
              <a:rPr dirty="0" sz="1850" spc="-20">
                <a:latin typeface="Microsoft Sans Serif"/>
                <a:cs typeface="Microsoft Sans Serif"/>
              </a:rPr>
              <a:t>₹120 </a:t>
            </a:r>
            <a:r>
              <a:rPr dirty="0" sz="1900" spc="-100">
                <a:latin typeface="Microsoft Sans Serif"/>
                <a:cs typeface="Microsoft Sans Serif"/>
              </a:rPr>
              <a:t>Masala</a:t>
            </a:r>
            <a:r>
              <a:rPr dirty="0" sz="1900" spc="-130">
                <a:latin typeface="Microsoft Sans Serif"/>
                <a:cs typeface="Microsoft Sans Serif"/>
              </a:rPr>
              <a:t> </a:t>
            </a:r>
            <a:r>
              <a:rPr dirty="0" sz="1900" spc="-114">
                <a:latin typeface="Microsoft Sans Serif"/>
                <a:cs typeface="Microsoft Sans Serif"/>
              </a:rPr>
              <a:t>Dosa</a:t>
            </a:r>
            <a:r>
              <a:rPr dirty="0" sz="1900" spc="-20">
                <a:latin typeface="Microsoft Sans Serif"/>
                <a:cs typeface="Microsoft Sans Serif"/>
              </a:rPr>
              <a:t> </a:t>
            </a:r>
            <a:r>
              <a:rPr dirty="0" sz="1850" spc="-185">
                <a:latin typeface="Microsoft Sans Serif"/>
                <a:cs typeface="Microsoft Sans Serif"/>
              </a:rPr>
              <a:t>|</a:t>
            </a:r>
            <a:r>
              <a:rPr dirty="0" sz="1850" spc="35">
                <a:latin typeface="Microsoft Sans Serif"/>
                <a:cs typeface="Microsoft Sans Serif"/>
              </a:rPr>
              <a:t> </a:t>
            </a:r>
            <a:r>
              <a:rPr dirty="0" sz="1900" spc="-90">
                <a:latin typeface="Microsoft Sans Serif"/>
                <a:cs typeface="Microsoft Sans Serif"/>
              </a:rPr>
              <a:t>South</a:t>
            </a:r>
            <a:r>
              <a:rPr dirty="0" sz="1900" spc="-60">
                <a:latin typeface="Microsoft Sans Serif"/>
                <a:cs typeface="Microsoft Sans Serif"/>
              </a:rPr>
              <a:t> </a:t>
            </a:r>
            <a:r>
              <a:rPr dirty="0" sz="1900" spc="-110">
                <a:latin typeface="Microsoft Sans Serif"/>
                <a:cs typeface="Microsoft Sans Serif"/>
              </a:rPr>
              <a:t>Indian</a:t>
            </a:r>
            <a:r>
              <a:rPr dirty="0" sz="1900" spc="-60">
                <a:latin typeface="Microsoft Sans Serif"/>
                <a:cs typeface="Microsoft Sans Serif"/>
              </a:rPr>
              <a:t> </a:t>
            </a:r>
            <a:r>
              <a:rPr dirty="0" sz="1850" spc="-185">
                <a:latin typeface="Microsoft Sans Serif"/>
                <a:cs typeface="Microsoft Sans Serif"/>
              </a:rPr>
              <a:t>|</a:t>
            </a:r>
            <a:r>
              <a:rPr dirty="0" sz="1850" spc="30">
                <a:latin typeface="Microsoft Sans Serif"/>
                <a:cs typeface="Microsoft Sans Serif"/>
              </a:rPr>
              <a:t> </a:t>
            </a:r>
            <a:r>
              <a:rPr dirty="0" sz="1850" spc="-30">
                <a:latin typeface="Microsoft Sans Serif"/>
                <a:cs typeface="Microsoft Sans Serif"/>
              </a:rPr>
              <a:t>₹180 </a:t>
            </a:r>
            <a:r>
              <a:rPr dirty="0" sz="1900" spc="-90">
                <a:latin typeface="Microsoft Sans Serif"/>
                <a:cs typeface="Microsoft Sans Serif"/>
              </a:rPr>
              <a:t>Cold</a:t>
            </a:r>
            <a:r>
              <a:rPr dirty="0" sz="1900" spc="-114">
                <a:latin typeface="Microsoft Sans Serif"/>
                <a:cs typeface="Microsoft Sans Serif"/>
              </a:rPr>
              <a:t> </a:t>
            </a:r>
            <a:r>
              <a:rPr dirty="0" sz="1900" spc="-45">
                <a:latin typeface="Microsoft Sans Serif"/>
                <a:cs typeface="Microsoft Sans Serif"/>
              </a:rPr>
              <a:t>Coffee</a:t>
            </a:r>
            <a:r>
              <a:rPr dirty="0" sz="1900" spc="-114">
                <a:latin typeface="Microsoft Sans Serif"/>
                <a:cs typeface="Microsoft Sans Serif"/>
              </a:rPr>
              <a:t> </a:t>
            </a:r>
            <a:r>
              <a:rPr dirty="0" sz="1850" spc="-185">
                <a:latin typeface="Microsoft Sans Serif"/>
                <a:cs typeface="Microsoft Sans Serif"/>
              </a:rPr>
              <a:t>|</a:t>
            </a:r>
            <a:r>
              <a:rPr dirty="0" sz="1850" spc="5">
                <a:latin typeface="Microsoft Sans Serif"/>
                <a:cs typeface="Microsoft Sans Serif"/>
              </a:rPr>
              <a:t> </a:t>
            </a:r>
            <a:r>
              <a:rPr dirty="0" sz="1900" spc="-80">
                <a:latin typeface="Microsoft Sans Serif"/>
                <a:cs typeface="Microsoft Sans Serif"/>
              </a:rPr>
              <a:t>Beverage</a:t>
            </a:r>
            <a:r>
              <a:rPr dirty="0" sz="1900" spc="-215">
                <a:latin typeface="Microsoft Sans Serif"/>
                <a:cs typeface="Microsoft Sans Serif"/>
              </a:rPr>
              <a:t> </a:t>
            </a:r>
            <a:r>
              <a:rPr dirty="0" sz="1850">
                <a:latin typeface="Microsoft Sans Serif"/>
                <a:cs typeface="Microsoft Sans Serif"/>
              </a:rPr>
              <a:t>|</a:t>
            </a:r>
            <a:r>
              <a:rPr dirty="0" sz="1850" spc="75">
                <a:latin typeface="Microsoft Sans Serif"/>
                <a:cs typeface="Microsoft Sans Serif"/>
              </a:rPr>
              <a:t> </a:t>
            </a:r>
            <a:r>
              <a:rPr dirty="0" sz="1850" spc="-20">
                <a:latin typeface="Microsoft Sans Serif"/>
                <a:cs typeface="Microsoft Sans Serif"/>
              </a:rPr>
              <a:t>₹150</a:t>
            </a:r>
            <a:endParaRPr sz="18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dirty="0" sz="1900" spc="-85">
                <a:latin typeface="Microsoft Sans Serif"/>
                <a:cs typeface="Microsoft Sans Serif"/>
              </a:rPr>
              <a:t>Records</a:t>
            </a:r>
            <a:r>
              <a:rPr dirty="0" sz="1900" spc="-170">
                <a:latin typeface="Microsoft Sans Serif"/>
                <a:cs typeface="Microsoft Sans Serif"/>
              </a:rPr>
              <a:t> </a:t>
            </a:r>
            <a:r>
              <a:rPr dirty="0" sz="1900" spc="-80">
                <a:latin typeface="Microsoft Sans Serif"/>
                <a:cs typeface="Microsoft Sans Serif"/>
              </a:rPr>
              <a:t>remain</a:t>
            </a:r>
            <a:r>
              <a:rPr dirty="0" sz="1900" spc="-50">
                <a:latin typeface="Microsoft Sans Serif"/>
                <a:cs typeface="Microsoft Sans Serif"/>
              </a:rPr>
              <a:t> </a:t>
            </a:r>
            <a:r>
              <a:rPr dirty="0" sz="1900" spc="-55">
                <a:latin typeface="Microsoft Sans Serif"/>
                <a:cs typeface="Microsoft Sans Serif"/>
              </a:rPr>
              <a:t>stored</a:t>
            </a:r>
            <a:r>
              <a:rPr dirty="0" sz="1900" spc="-80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for</a:t>
            </a:r>
            <a:r>
              <a:rPr dirty="0" sz="1900" spc="-130">
                <a:latin typeface="Microsoft Sans Serif"/>
                <a:cs typeface="Microsoft Sans Serif"/>
              </a:rPr>
              <a:t> </a:t>
            </a:r>
            <a:r>
              <a:rPr dirty="0" sz="1900" spc="-40">
                <a:latin typeface="Microsoft Sans Serif"/>
                <a:cs typeface="Microsoft Sans Serif"/>
              </a:rPr>
              <a:t>future</a:t>
            </a:r>
            <a:r>
              <a:rPr dirty="0" sz="1900" spc="-80">
                <a:latin typeface="Microsoft Sans Serif"/>
                <a:cs typeface="Microsoft Sans Serif"/>
              </a:rPr>
              <a:t> </a:t>
            </a:r>
            <a:r>
              <a:rPr dirty="0" sz="1900" spc="-75">
                <a:latin typeface="Microsoft Sans Serif"/>
                <a:cs typeface="Microsoft Sans Serif"/>
              </a:rPr>
              <a:t>use</a:t>
            </a:r>
            <a:r>
              <a:rPr dirty="0" sz="1850" spc="-75">
                <a:latin typeface="Microsoft Sans Serif"/>
                <a:cs typeface="Microsoft Sans Serif"/>
              </a:rPr>
              <a:t>.</a:t>
            </a:r>
            <a:endParaRPr sz="185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15"/>
              </a:lnSpc>
            </a:pPr>
            <a:r>
              <a:rPr dirty="0" spc="-110"/>
              <a:t>THE</a:t>
            </a:r>
            <a:r>
              <a:rPr dirty="0" spc="-30"/>
              <a:t> </a:t>
            </a:r>
            <a:r>
              <a:rPr dirty="0" spc="-80"/>
              <a:t>CULINARY</a:t>
            </a:r>
            <a:r>
              <a:rPr dirty="0" spc="-70"/>
              <a:t> </a:t>
            </a:r>
            <a:r>
              <a:rPr dirty="0" spc="-40"/>
              <a:t>HUB</a:t>
            </a:r>
            <a:r>
              <a:rPr dirty="0" spc="225"/>
              <a:t> </a:t>
            </a:r>
            <a:r>
              <a:rPr dirty="0" sz="1200"/>
              <a:t>•</a:t>
            </a:r>
            <a:r>
              <a:rPr dirty="0" sz="1200" spc="365"/>
              <a:t> </a:t>
            </a:r>
            <a:r>
              <a:rPr dirty="0" spc="-55"/>
              <a:t>Restaurant</a:t>
            </a:r>
            <a:r>
              <a:rPr dirty="0" spc="-125"/>
              <a:t> </a:t>
            </a:r>
            <a:r>
              <a:rPr dirty="0" spc="-30"/>
              <a:t>Menu</a:t>
            </a:r>
            <a:r>
              <a:rPr dirty="0" spc="-75"/>
              <a:t> </a:t>
            </a:r>
            <a:r>
              <a:rPr dirty="0" spc="-40"/>
              <a:t>Management</a:t>
            </a:r>
            <a:r>
              <a:rPr dirty="0" spc="-120"/>
              <a:t> </a:t>
            </a:r>
            <a:r>
              <a:rPr dirty="0" spc="-30"/>
              <a:t>System</a:t>
            </a:r>
            <a:endParaRPr sz="1200"/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15"/>
              </a:lnSpc>
            </a:pPr>
            <a:fld id="{81D60167-4931-47E6-BA6A-407CBD079E47}" type="slidenum">
              <a:rPr dirty="0" spc="-340"/>
              <a:t>10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39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85"/>
              </a:spcBef>
            </a:pPr>
            <a:r>
              <a:rPr dirty="0" sz="4050" spc="90"/>
              <a:t>08</a:t>
            </a:r>
            <a:r>
              <a:rPr dirty="0" sz="4050" spc="515"/>
              <a:t> </a:t>
            </a:r>
            <a:r>
              <a:rPr dirty="0" spc="-140"/>
              <a:t>Live</a:t>
            </a:r>
            <a:r>
              <a:rPr dirty="0" spc="-265"/>
              <a:t> </a:t>
            </a:r>
            <a:r>
              <a:rPr dirty="0" spc="-155"/>
              <a:t>Demonstration</a:t>
            </a:r>
            <a:r>
              <a:rPr dirty="0" spc="-190"/>
              <a:t> </a:t>
            </a:r>
            <a:r>
              <a:rPr dirty="0" spc="-125"/>
              <a:t>Plan</a:t>
            </a:r>
            <a:endParaRPr sz="4050"/>
          </a:p>
          <a:p>
            <a:pPr marL="38100">
              <a:lnSpc>
                <a:spcPct val="100000"/>
              </a:lnSpc>
              <a:spcBef>
                <a:spcPts val="680"/>
              </a:spcBef>
            </a:pPr>
            <a:r>
              <a:rPr dirty="0" sz="1800" spc="-35"/>
              <a:t>What</a:t>
            </a:r>
            <a:r>
              <a:rPr dirty="0" sz="1800" spc="-5"/>
              <a:t> </a:t>
            </a:r>
            <a:r>
              <a:rPr dirty="0" sz="1800"/>
              <a:t>to</a:t>
            </a:r>
            <a:r>
              <a:rPr dirty="0" sz="1800" spc="-50"/>
              <a:t> demonstrate</a:t>
            </a:r>
            <a:r>
              <a:rPr dirty="0" sz="1800" spc="-100"/>
              <a:t> </a:t>
            </a:r>
            <a:r>
              <a:rPr dirty="0" sz="1800"/>
              <a:t>to</a:t>
            </a:r>
            <a:r>
              <a:rPr dirty="0" sz="1800" spc="-155"/>
              <a:t> </a:t>
            </a:r>
            <a:r>
              <a:rPr dirty="0" sz="1800" spc="-35"/>
              <a:t>the</a:t>
            </a:r>
            <a:r>
              <a:rPr dirty="0" sz="1800" spc="-100"/>
              <a:t> </a:t>
            </a:r>
            <a:r>
              <a:rPr dirty="0" sz="1800" spc="-10"/>
              <a:t>teacher</a:t>
            </a:r>
            <a:endParaRPr sz="1800"/>
          </a:p>
        </p:txBody>
      </p:sp>
      <p:grpSp>
        <p:nvGrpSpPr>
          <p:cNvPr id="3" name="object 3"/>
          <p:cNvGrpSpPr/>
          <p:nvPr/>
        </p:nvGrpSpPr>
        <p:grpSpPr>
          <a:xfrm>
            <a:off x="558800" y="1562100"/>
            <a:ext cx="5003800" cy="2692400"/>
            <a:chOff x="558800" y="1562100"/>
            <a:chExt cx="5003800" cy="26924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1200" y="1714500"/>
              <a:ext cx="4851400" cy="2540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7400" y="1765300"/>
              <a:ext cx="4686300" cy="23622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8800" y="1562100"/>
              <a:ext cx="4851400" cy="25527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7700" y="1625600"/>
              <a:ext cx="4686300" cy="23622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8800" y="1562100"/>
              <a:ext cx="304800" cy="25527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7700" y="1625600"/>
              <a:ext cx="139700" cy="2362200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5689600" y="1562100"/>
            <a:ext cx="4991100" cy="2692400"/>
            <a:chOff x="5689600" y="1562100"/>
            <a:chExt cx="4991100" cy="2692400"/>
          </a:xfrm>
        </p:grpSpPr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29300" y="1714500"/>
              <a:ext cx="4851400" cy="25400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918200" y="1765300"/>
              <a:ext cx="4686300" cy="23622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689600" y="1562100"/>
              <a:ext cx="4838700" cy="25527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765800" y="1625600"/>
              <a:ext cx="4686300" cy="23622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689600" y="1562100"/>
              <a:ext cx="292100" cy="25527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765800" y="1625600"/>
              <a:ext cx="139700" cy="236220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079500" y="1837372"/>
            <a:ext cx="7098030" cy="95440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5130165" algn="l"/>
              </a:tabLst>
            </a:pPr>
            <a:r>
              <a:rPr dirty="0" sz="2600" spc="-340">
                <a:latin typeface="Microsoft Sans Serif"/>
                <a:cs typeface="Microsoft Sans Serif"/>
              </a:rPr>
              <a:t>1</a:t>
            </a:r>
            <a:r>
              <a:rPr dirty="0" sz="2550" spc="-340">
                <a:latin typeface="Microsoft Sans Serif"/>
                <a:cs typeface="Microsoft Sans Serif"/>
              </a:rPr>
              <a:t>.</a:t>
            </a:r>
            <a:r>
              <a:rPr dirty="0" sz="2550" spc="-80">
                <a:latin typeface="Microsoft Sans Serif"/>
                <a:cs typeface="Microsoft Sans Serif"/>
              </a:rPr>
              <a:t> </a:t>
            </a:r>
            <a:r>
              <a:rPr dirty="0" sz="2600" spc="-25">
                <a:latin typeface="Microsoft Sans Serif"/>
                <a:cs typeface="Microsoft Sans Serif"/>
              </a:rPr>
              <a:t>ADD</a:t>
            </a:r>
            <a:r>
              <a:rPr dirty="0" sz="2600">
                <a:latin typeface="Microsoft Sans Serif"/>
                <a:cs typeface="Microsoft Sans Serif"/>
              </a:rPr>
              <a:t>	</a:t>
            </a:r>
            <a:r>
              <a:rPr dirty="0" sz="2600" spc="-135">
                <a:latin typeface="Microsoft Sans Serif"/>
                <a:cs typeface="Microsoft Sans Serif"/>
              </a:rPr>
              <a:t>2</a:t>
            </a:r>
            <a:r>
              <a:rPr dirty="0" sz="2550" spc="-135">
                <a:latin typeface="Microsoft Sans Serif"/>
                <a:cs typeface="Microsoft Sans Serif"/>
              </a:rPr>
              <a:t>.</a:t>
            </a:r>
            <a:r>
              <a:rPr dirty="0" sz="2550" spc="-75">
                <a:latin typeface="Microsoft Sans Serif"/>
                <a:cs typeface="Microsoft Sans Serif"/>
              </a:rPr>
              <a:t> </a:t>
            </a:r>
            <a:r>
              <a:rPr dirty="0" sz="2600" spc="-10">
                <a:latin typeface="Microsoft Sans Serif"/>
                <a:cs typeface="Microsoft Sans Serif"/>
              </a:rPr>
              <a:t>UPDATE</a:t>
            </a:r>
            <a:endParaRPr sz="26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880"/>
              </a:spcBef>
              <a:tabLst>
                <a:tab pos="5130165" algn="l"/>
              </a:tabLst>
            </a:pPr>
            <a:r>
              <a:rPr dirty="0" sz="1900" spc="-65">
                <a:latin typeface="Microsoft Sans Serif"/>
                <a:cs typeface="Microsoft Sans Serif"/>
              </a:rPr>
              <a:t>Add</a:t>
            </a:r>
            <a:r>
              <a:rPr dirty="0" sz="1900" spc="-90">
                <a:latin typeface="Microsoft Sans Serif"/>
                <a:cs typeface="Microsoft Sans Serif"/>
              </a:rPr>
              <a:t> </a:t>
            </a:r>
            <a:r>
              <a:rPr dirty="0" sz="1900" spc="-135">
                <a:latin typeface="Microsoft Sans Serif"/>
                <a:cs typeface="Microsoft Sans Serif"/>
              </a:rPr>
              <a:t>a</a:t>
            </a:r>
            <a:r>
              <a:rPr dirty="0" sz="1900" spc="-10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newfood</a:t>
            </a:r>
            <a:r>
              <a:rPr dirty="0" sz="1900" spc="-85">
                <a:latin typeface="Microsoft Sans Serif"/>
                <a:cs typeface="Microsoft Sans Serif"/>
              </a:rPr>
              <a:t> </a:t>
            </a:r>
            <a:r>
              <a:rPr dirty="0" sz="1900" spc="-20">
                <a:latin typeface="Microsoft Sans Serif"/>
                <a:cs typeface="Microsoft Sans Serif"/>
              </a:rPr>
              <a:t>item</a:t>
            </a:r>
            <a:r>
              <a:rPr dirty="0" sz="1900">
                <a:latin typeface="Microsoft Sans Serif"/>
                <a:cs typeface="Microsoft Sans Serif"/>
              </a:rPr>
              <a:t>	</a:t>
            </a:r>
            <a:r>
              <a:rPr dirty="0" sz="1900" spc="-105">
                <a:latin typeface="Microsoft Sans Serif"/>
                <a:cs typeface="Microsoft Sans Serif"/>
              </a:rPr>
              <a:t>Change</a:t>
            </a:r>
            <a:r>
              <a:rPr dirty="0" sz="1900" spc="-80">
                <a:latin typeface="Microsoft Sans Serif"/>
                <a:cs typeface="Microsoft Sans Serif"/>
              </a:rPr>
              <a:t> </a:t>
            </a:r>
            <a:r>
              <a:rPr dirty="0" sz="1900" spc="-45">
                <a:latin typeface="Microsoft Sans Serif"/>
                <a:cs typeface="Microsoft Sans Serif"/>
              </a:rPr>
              <a:t>item</a:t>
            </a:r>
            <a:r>
              <a:rPr dirty="0" sz="1900" spc="-140">
                <a:latin typeface="Microsoft Sans Serif"/>
                <a:cs typeface="Microsoft Sans Serif"/>
              </a:rPr>
              <a:t> </a:t>
            </a:r>
            <a:r>
              <a:rPr dirty="0" sz="1900" spc="-60">
                <a:latin typeface="Microsoft Sans Serif"/>
                <a:cs typeface="Microsoft Sans Serif"/>
              </a:rPr>
              <a:t>details</a:t>
            </a:r>
            <a:endParaRPr sz="1900">
              <a:latin typeface="Microsoft Sans Serif"/>
              <a:cs typeface="Microsoft Sans Serif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0807700" y="1562100"/>
            <a:ext cx="4991100" cy="2692400"/>
            <a:chOff x="10807700" y="1562100"/>
            <a:chExt cx="4991100" cy="2692400"/>
          </a:xfrm>
        </p:grpSpPr>
        <p:pic>
          <p:nvPicPr>
            <p:cNvPr id="19" name="object 1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947400" y="1714500"/>
              <a:ext cx="4851400" cy="25400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1036300" y="1765300"/>
              <a:ext cx="4686300" cy="23622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807700" y="1562100"/>
              <a:ext cx="4851400" cy="25527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883900" y="1625600"/>
              <a:ext cx="4686300" cy="23622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807700" y="1562100"/>
              <a:ext cx="292100" cy="25527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883900" y="1625600"/>
              <a:ext cx="139700" cy="2362200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11315700" y="1837372"/>
            <a:ext cx="1507490" cy="4267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600" spc="-75">
                <a:latin typeface="Microsoft Sans Serif"/>
                <a:cs typeface="Microsoft Sans Serif"/>
              </a:rPr>
              <a:t>3</a:t>
            </a:r>
            <a:r>
              <a:rPr dirty="0" sz="2550" spc="-75">
                <a:latin typeface="Microsoft Sans Serif"/>
                <a:cs typeface="Microsoft Sans Serif"/>
              </a:rPr>
              <a:t>.</a:t>
            </a:r>
            <a:r>
              <a:rPr dirty="0" sz="2550" spc="-95">
                <a:latin typeface="Microsoft Sans Serif"/>
                <a:cs typeface="Microsoft Sans Serif"/>
              </a:rPr>
              <a:t> </a:t>
            </a:r>
            <a:r>
              <a:rPr dirty="0" sz="2600" spc="-175">
                <a:latin typeface="Microsoft Sans Serif"/>
                <a:cs typeface="Microsoft Sans Serif"/>
              </a:rPr>
              <a:t>DELETE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315700" y="2477084"/>
            <a:ext cx="2244090" cy="314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105">
                <a:latin typeface="Microsoft Sans Serif"/>
                <a:cs typeface="Microsoft Sans Serif"/>
              </a:rPr>
              <a:t>Remove</a:t>
            </a:r>
            <a:r>
              <a:rPr dirty="0" sz="1900" spc="-80">
                <a:latin typeface="Microsoft Sans Serif"/>
                <a:cs typeface="Microsoft Sans Serif"/>
              </a:rPr>
              <a:t> </a:t>
            </a:r>
            <a:r>
              <a:rPr dirty="0" sz="1900" spc="-60">
                <a:latin typeface="Microsoft Sans Serif"/>
                <a:cs typeface="Microsoft Sans Serif"/>
              </a:rPr>
              <a:t>selected</a:t>
            </a:r>
            <a:r>
              <a:rPr dirty="0" sz="1900" spc="-80">
                <a:latin typeface="Microsoft Sans Serif"/>
                <a:cs typeface="Microsoft Sans Serif"/>
              </a:rPr>
              <a:t> </a:t>
            </a:r>
            <a:r>
              <a:rPr dirty="0" sz="1900" spc="-20">
                <a:latin typeface="Microsoft Sans Serif"/>
                <a:cs typeface="Microsoft Sans Serif"/>
              </a:rPr>
              <a:t>item</a:t>
            </a:r>
            <a:endParaRPr sz="1900">
              <a:latin typeface="Microsoft Sans Serif"/>
              <a:cs typeface="Microsoft Sans Serif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58800" y="4546600"/>
            <a:ext cx="5003800" cy="2692400"/>
            <a:chOff x="558800" y="4546600"/>
            <a:chExt cx="5003800" cy="2692400"/>
          </a:xfrm>
        </p:grpSpPr>
        <p:pic>
          <p:nvPicPr>
            <p:cNvPr id="28" name="object 2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11200" y="4699000"/>
              <a:ext cx="4851400" cy="25400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87400" y="4749800"/>
              <a:ext cx="4686300" cy="23622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58800" y="4546600"/>
              <a:ext cx="4851400" cy="255270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47700" y="4610100"/>
              <a:ext cx="4686300" cy="236220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58800" y="4546600"/>
              <a:ext cx="304800" cy="25527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47700" y="4610100"/>
              <a:ext cx="139700" cy="2362200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1079500" y="4821872"/>
            <a:ext cx="1601470" cy="4267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600">
                <a:latin typeface="Microsoft Sans Serif"/>
                <a:cs typeface="Microsoft Sans Serif"/>
              </a:rPr>
              <a:t>4</a:t>
            </a:r>
            <a:r>
              <a:rPr dirty="0" sz="2550">
                <a:latin typeface="Microsoft Sans Serif"/>
                <a:cs typeface="Microsoft Sans Serif"/>
              </a:rPr>
              <a:t>.</a:t>
            </a:r>
            <a:r>
              <a:rPr dirty="0" sz="2550" spc="-150">
                <a:latin typeface="Microsoft Sans Serif"/>
                <a:cs typeface="Microsoft Sans Serif"/>
              </a:rPr>
              <a:t> </a:t>
            </a:r>
            <a:r>
              <a:rPr dirty="0" sz="2600" spc="-185">
                <a:latin typeface="Microsoft Sans Serif"/>
                <a:cs typeface="Microsoft Sans Serif"/>
              </a:rPr>
              <a:t>SEARCH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079500" y="5461584"/>
            <a:ext cx="2109470" cy="314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105">
                <a:latin typeface="Microsoft Sans Serif"/>
                <a:cs typeface="Microsoft Sans Serif"/>
              </a:rPr>
              <a:t>Search</a:t>
            </a:r>
            <a:r>
              <a:rPr dirty="0" sz="1900" spc="-50">
                <a:latin typeface="Microsoft Sans Serif"/>
                <a:cs typeface="Microsoft Sans Serif"/>
              </a:rPr>
              <a:t> </a:t>
            </a:r>
            <a:r>
              <a:rPr dirty="0" sz="1900" spc="-10">
                <a:latin typeface="Microsoft Sans Serif"/>
                <a:cs typeface="Microsoft Sans Serif"/>
              </a:rPr>
              <a:t>by</a:t>
            </a:r>
            <a:r>
              <a:rPr dirty="0" sz="1900" spc="-180">
                <a:latin typeface="Microsoft Sans Serif"/>
                <a:cs typeface="Microsoft Sans Serif"/>
              </a:rPr>
              <a:t> </a:t>
            </a:r>
            <a:r>
              <a:rPr dirty="0" sz="1900" spc="-45">
                <a:latin typeface="Microsoft Sans Serif"/>
                <a:cs typeface="Microsoft Sans Serif"/>
              </a:rPr>
              <a:t>item</a:t>
            </a:r>
            <a:r>
              <a:rPr dirty="0" sz="1900" spc="-150">
                <a:latin typeface="Microsoft Sans Serif"/>
                <a:cs typeface="Microsoft Sans Serif"/>
              </a:rPr>
              <a:t> </a:t>
            </a:r>
            <a:r>
              <a:rPr dirty="0" sz="1900" spc="-75">
                <a:latin typeface="Microsoft Sans Serif"/>
                <a:cs typeface="Microsoft Sans Serif"/>
              </a:rPr>
              <a:t>name</a:t>
            </a:r>
            <a:endParaRPr sz="1900">
              <a:latin typeface="Microsoft Sans Serif"/>
              <a:cs typeface="Microsoft Sans Serif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689600" y="4546600"/>
            <a:ext cx="4991100" cy="2692400"/>
            <a:chOff x="5689600" y="4546600"/>
            <a:chExt cx="4991100" cy="2692400"/>
          </a:xfrm>
        </p:grpSpPr>
        <p:pic>
          <p:nvPicPr>
            <p:cNvPr id="37" name="object 37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829300" y="4699000"/>
              <a:ext cx="4851400" cy="254000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918200" y="4749800"/>
              <a:ext cx="4686300" cy="236220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689600" y="4546600"/>
              <a:ext cx="4838700" cy="255270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765800" y="4610100"/>
              <a:ext cx="4686300" cy="236220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689600" y="4546600"/>
              <a:ext cx="292100" cy="255270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765800" y="4610100"/>
              <a:ext cx="139700" cy="2362200"/>
            </a:xfrm>
            <a:prstGeom prst="rect">
              <a:avLst/>
            </a:prstGeom>
          </p:spPr>
        </p:pic>
      </p:grpSp>
      <p:sp>
        <p:nvSpPr>
          <p:cNvPr id="43" name="object 43"/>
          <p:cNvSpPr txBox="1"/>
          <p:nvPr/>
        </p:nvSpPr>
        <p:spPr>
          <a:xfrm>
            <a:off x="6197600" y="4821872"/>
            <a:ext cx="1956435" cy="4267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600" spc="-90">
                <a:latin typeface="Microsoft Sans Serif"/>
                <a:cs typeface="Microsoft Sans Serif"/>
              </a:rPr>
              <a:t>5</a:t>
            </a:r>
            <a:r>
              <a:rPr dirty="0" sz="2550" spc="-90">
                <a:latin typeface="Microsoft Sans Serif"/>
                <a:cs typeface="Microsoft Sans Serif"/>
              </a:rPr>
              <a:t>.</a:t>
            </a:r>
            <a:r>
              <a:rPr dirty="0" sz="2550" spc="-75">
                <a:latin typeface="Microsoft Sans Serif"/>
                <a:cs typeface="Microsoft Sans Serif"/>
              </a:rPr>
              <a:t> </a:t>
            </a:r>
            <a:r>
              <a:rPr dirty="0" sz="2600" spc="-10">
                <a:latin typeface="Microsoft Sans Serif"/>
                <a:cs typeface="Microsoft Sans Serif"/>
              </a:rPr>
              <a:t>SHOWALL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197600" y="5461584"/>
            <a:ext cx="2346960" cy="314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80">
                <a:latin typeface="Microsoft Sans Serif"/>
                <a:cs typeface="Microsoft Sans Serif"/>
              </a:rPr>
              <a:t>Display</a:t>
            </a:r>
            <a:r>
              <a:rPr dirty="0" sz="1900" spc="-140">
                <a:latin typeface="Microsoft Sans Serif"/>
                <a:cs typeface="Microsoft Sans Serif"/>
              </a:rPr>
              <a:t> </a:t>
            </a:r>
            <a:r>
              <a:rPr dirty="0" sz="1900" spc="-55">
                <a:latin typeface="Microsoft Sans Serif"/>
                <a:cs typeface="Microsoft Sans Serif"/>
              </a:rPr>
              <a:t>complete</a:t>
            </a:r>
            <a:r>
              <a:rPr dirty="0" sz="1900" spc="-150">
                <a:latin typeface="Microsoft Sans Serif"/>
                <a:cs typeface="Microsoft Sans Serif"/>
              </a:rPr>
              <a:t> </a:t>
            </a:r>
            <a:r>
              <a:rPr dirty="0" sz="1900" spc="-55">
                <a:latin typeface="Microsoft Sans Serif"/>
                <a:cs typeface="Microsoft Sans Serif"/>
              </a:rPr>
              <a:t>menu</a:t>
            </a:r>
            <a:endParaRPr sz="1900">
              <a:latin typeface="Microsoft Sans Serif"/>
              <a:cs typeface="Microsoft Sans Serif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10807700" y="4546600"/>
            <a:ext cx="4991100" cy="2692400"/>
            <a:chOff x="10807700" y="4546600"/>
            <a:chExt cx="4991100" cy="2692400"/>
          </a:xfrm>
        </p:grpSpPr>
        <p:pic>
          <p:nvPicPr>
            <p:cNvPr id="46" name="object 46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0947400" y="4699000"/>
              <a:ext cx="4851400" cy="2540000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1036300" y="4749800"/>
              <a:ext cx="4686300" cy="236220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0807700" y="4546600"/>
              <a:ext cx="4851400" cy="255270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0883900" y="4610100"/>
              <a:ext cx="4686300" cy="236220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0807700" y="4546600"/>
              <a:ext cx="292100" cy="255270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0883900" y="4610100"/>
              <a:ext cx="139700" cy="2362200"/>
            </a:xfrm>
            <a:prstGeom prst="rect">
              <a:avLst/>
            </a:prstGeom>
          </p:spPr>
        </p:pic>
      </p:grpSp>
      <p:sp>
        <p:nvSpPr>
          <p:cNvPr id="52" name="object 52"/>
          <p:cNvSpPr txBox="1"/>
          <p:nvPr/>
        </p:nvSpPr>
        <p:spPr>
          <a:xfrm>
            <a:off x="11315700" y="4821872"/>
            <a:ext cx="1602105" cy="4267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600">
                <a:latin typeface="Microsoft Sans Serif"/>
                <a:cs typeface="Microsoft Sans Serif"/>
              </a:rPr>
              <a:t>6</a:t>
            </a:r>
            <a:r>
              <a:rPr dirty="0" sz="2550">
                <a:latin typeface="Microsoft Sans Serif"/>
                <a:cs typeface="Microsoft Sans Serif"/>
              </a:rPr>
              <a:t>.</a:t>
            </a:r>
            <a:r>
              <a:rPr dirty="0" sz="2550" spc="-155">
                <a:latin typeface="Microsoft Sans Serif"/>
                <a:cs typeface="Microsoft Sans Serif"/>
              </a:rPr>
              <a:t> </a:t>
            </a:r>
            <a:r>
              <a:rPr dirty="0" sz="2600" spc="-160">
                <a:latin typeface="Microsoft Sans Serif"/>
                <a:cs typeface="Microsoft Sans Serif"/>
              </a:rPr>
              <a:t>EXPORT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54" name="object 5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15"/>
              </a:lnSpc>
            </a:pPr>
            <a:r>
              <a:rPr dirty="0" spc="-110"/>
              <a:t>THE</a:t>
            </a:r>
            <a:r>
              <a:rPr dirty="0" spc="-30"/>
              <a:t> </a:t>
            </a:r>
            <a:r>
              <a:rPr dirty="0" spc="-80"/>
              <a:t>CULINARY</a:t>
            </a:r>
            <a:r>
              <a:rPr dirty="0" spc="-70"/>
              <a:t> </a:t>
            </a:r>
            <a:r>
              <a:rPr dirty="0" spc="-40"/>
              <a:t>HUB</a:t>
            </a:r>
            <a:r>
              <a:rPr dirty="0" spc="225"/>
              <a:t> </a:t>
            </a:r>
            <a:r>
              <a:rPr dirty="0" sz="1200"/>
              <a:t>•</a:t>
            </a:r>
            <a:r>
              <a:rPr dirty="0" sz="1200" spc="365"/>
              <a:t> </a:t>
            </a:r>
            <a:r>
              <a:rPr dirty="0" spc="-55"/>
              <a:t>Restaurant</a:t>
            </a:r>
            <a:r>
              <a:rPr dirty="0" spc="-125"/>
              <a:t> </a:t>
            </a:r>
            <a:r>
              <a:rPr dirty="0" spc="-30"/>
              <a:t>Menu</a:t>
            </a:r>
            <a:r>
              <a:rPr dirty="0" spc="-75"/>
              <a:t> </a:t>
            </a:r>
            <a:r>
              <a:rPr dirty="0" spc="-40"/>
              <a:t>Management</a:t>
            </a:r>
            <a:r>
              <a:rPr dirty="0" spc="-120"/>
              <a:t> </a:t>
            </a:r>
            <a:r>
              <a:rPr dirty="0" spc="-30"/>
              <a:t>System</a:t>
            </a:r>
            <a:endParaRPr sz="1200"/>
          </a:p>
        </p:txBody>
      </p:sp>
      <p:sp>
        <p:nvSpPr>
          <p:cNvPr id="55" name="object 5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15"/>
              </a:lnSpc>
            </a:pPr>
            <a:fld id="{81D60167-4931-47E6-BA6A-407CBD079E47}" type="slidenum">
              <a:rPr dirty="0" spc="-340"/>
              <a:t>10</a:t>
            </a:fld>
          </a:p>
        </p:txBody>
      </p:sp>
      <p:sp>
        <p:nvSpPr>
          <p:cNvPr id="53" name="object 53"/>
          <p:cNvSpPr txBox="1"/>
          <p:nvPr/>
        </p:nvSpPr>
        <p:spPr>
          <a:xfrm>
            <a:off x="11315700" y="5461584"/>
            <a:ext cx="1537970" cy="314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65">
                <a:latin typeface="Microsoft Sans Serif"/>
                <a:cs typeface="Microsoft Sans Serif"/>
              </a:rPr>
              <a:t>Create</a:t>
            </a:r>
            <a:r>
              <a:rPr dirty="0" sz="1900" spc="-180">
                <a:latin typeface="Microsoft Sans Serif"/>
                <a:cs typeface="Microsoft Sans Serif"/>
              </a:rPr>
              <a:t> </a:t>
            </a:r>
            <a:r>
              <a:rPr dirty="0" sz="1900" spc="-114">
                <a:latin typeface="Microsoft Sans Serif"/>
                <a:cs typeface="Microsoft Sans Serif"/>
              </a:rPr>
              <a:t>CSV</a:t>
            </a:r>
            <a:r>
              <a:rPr dirty="0" sz="1900" spc="-165">
                <a:latin typeface="Microsoft Sans Serif"/>
                <a:cs typeface="Microsoft Sans Serif"/>
              </a:rPr>
              <a:t> </a:t>
            </a:r>
            <a:r>
              <a:rPr dirty="0" sz="1900" spc="-20">
                <a:latin typeface="Microsoft Sans Serif"/>
                <a:cs typeface="Microsoft Sans Serif"/>
              </a:rPr>
              <a:t>file</a:t>
            </a:r>
            <a:endParaRPr sz="19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01700" y="405549"/>
            <a:ext cx="6644005" cy="65151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50" spc="105"/>
              <a:t>09</a:t>
            </a:r>
            <a:r>
              <a:rPr dirty="0" sz="4050" spc="590"/>
              <a:t> </a:t>
            </a:r>
            <a:r>
              <a:rPr dirty="0" spc="-150"/>
              <a:t>Future</a:t>
            </a:r>
            <a:r>
              <a:rPr dirty="0" spc="-260"/>
              <a:t> </a:t>
            </a:r>
            <a:r>
              <a:rPr dirty="0" spc="-210"/>
              <a:t>Scope</a:t>
            </a:r>
            <a:r>
              <a:rPr dirty="0" spc="-254"/>
              <a:t> </a:t>
            </a:r>
            <a:r>
              <a:rPr dirty="0" sz="4050" spc="270"/>
              <a:t>&amp;</a:t>
            </a:r>
            <a:r>
              <a:rPr dirty="0" sz="4050" spc="-545"/>
              <a:t> </a:t>
            </a:r>
            <a:r>
              <a:rPr dirty="0" spc="-125"/>
              <a:t>Conclusion</a:t>
            </a:r>
            <a:endParaRPr sz="4050"/>
          </a:p>
        </p:txBody>
      </p:sp>
      <p:grpSp>
        <p:nvGrpSpPr>
          <p:cNvPr id="3" name="object 3"/>
          <p:cNvGrpSpPr/>
          <p:nvPr/>
        </p:nvGrpSpPr>
        <p:grpSpPr>
          <a:xfrm>
            <a:off x="749300" y="1689100"/>
            <a:ext cx="7429500" cy="6350000"/>
            <a:chOff x="749300" y="1689100"/>
            <a:chExt cx="7429500" cy="6350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9000" y="1828800"/>
              <a:ext cx="7289800" cy="62103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7900" y="1892300"/>
              <a:ext cx="7124700" cy="60198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9300" y="1689100"/>
              <a:ext cx="7289800" cy="6197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5500" y="1739900"/>
              <a:ext cx="7124700" cy="60198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9300" y="1689100"/>
              <a:ext cx="292100" cy="61976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5500" y="1739900"/>
              <a:ext cx="139700" cy="601980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257300" y="1964372"/>
            <a:ext cx="2332990" cy="4267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600" spc="-190">
                <a:latin typeface="Microsoft Sans Serif"/>
                <a:cs typeface="Microsoft Sans Serif"/>
              </a:rPr>
              <a:t>FUTURE</a:t>
            </a:r>
            <a:r>
              <a:rPr dirty="0" sz="2600" spc="-135">
                <a:latin typeface="Microsoft Sans Serif"/>
                <a:cs typeface="Microsoft Sans Serif"/>
              </a:rPr>
              <a:t> </a:t>
            </a:r>
            <a:r>
              <a:rPr dirty="0" sz="2600" spc="-175">
                <a:latin typeface="Microsoft Sans Serif"/>
                <a:cs typeface="Microsoft Sans Serif"/>
              </a:rPr>
              <a:t>SCOPE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57300" y="2604084"/>
            <a:ext cx="2635885" cy="1711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77800" indent="-165100">
              <a:lnSpc>
                <a:spcPts val="2240"/>
              </a:lnSpc>
              <a:spcBef>
                <a:spcPts val="95"/>
              </a:spcBef>
              <a:buSzPct val="97368"/>
              <a:buChar char="•"/>
              <a:tabLst>
                <a:tab pos="177800" algn="l"/>
              </a:tabLst>
            </a:pPr>
            <a:r>
              <a:rPr dirty="0" sz="1900" spc="-90">
                <a:latin typeface="Microsoft Sans Serif"/>
                <a:cs typeface="Microsoft Sans Serif"/>
              </a:rPr>
              <a:t>Login</a:t>
            </a:r>
            <a:r>
              <a:rPr dirty="0" sz="1900" spc="-40">
                <a:latin typeface="Microsoft Sans Serif"/>
                <a:cs typeface="Microsoft Sans Serif"/>
              </a:rPr>
              <a:t> </a:t>
            </a:r>
            <a:r>
              <a:rPr dirty="0" sz="1900" spc="-10">
                <a:latin typeface="Microsoft Sans Serif"/>
                <a:cs typeface="Microsoft Sans Serif"/>
              </a:rPr>
              <a:t>system</a:t>
            </a:r>
            <a:endParaRPr sz="1900">
              <a:latin typeface="Microsoft Sans Serif"/>
              <a:cs typeface="Microsoft Sans Serif"/>
            </a:endParaRPr>
          </a:p>
          <a:p>
            <a:pPr marL="177800" indent="-165100">
              <a:lnSpc>
                <a:spcPts val="2200"/>
              </a:lnSpc>
              <a:buSzPct val="97368"/>
              <a:buChar char="•"/>
              <a:tabLst>
                <a:tab pos="177800" algn="l"/>
              </a:tabLst>
            </a:pPr>
            <a:r>
              <a:rPr dirty="0" sz="1900" spc="-45">
                <a:latin typeface="Microsoft Sans Serif"/>
                <a:cs typeface="Microsoft Sans Serif"/>
              </a:rPr>
              <a:t>Correct</a:t>
            </a:r>
            <a:r>
              <a:rPr dirty="0" sz="1900" spc="-175">
                <a:latin typeface="Microsoft Sans Serif"/>
                <a:cs typeface="Microsoft Sans Serif"/>
              </a:rPr>
              <a:t> </a:t>
            </a:r>
            <a:r>
              <a:rPr dirty="0" sz="1900" spc="-55">
                <a:latin typeface="Microsoft Sans Serif"/>
                <a:cs typeface="Microsoft Sans Serif"/>
              </a:rPr>
              <a:t>live</a:t>
            </a:r>
            <a:r>
              <a:rPr dirty="0" sz="1900" spc="-85">
                <a:latin typeface="Microsoft Sans Serif"/>
                <a:cs typeface="Microsoft Sans Serif"/>
              </a:rPr>
              <a:t> </a:t>
            </a:r>
            <a:r>
              <a:rPr dirty="0" sz="1900" spc="-60">
                <a:latin typeface="Microsoft Sans Serif"/>
                <a:cs typeface="Microsoft Sans Serif"/>
              </a:rPr>
              <a:t>total</a:t>
            </a:r>
            <a:r>
              <a:rPr dirty="0" sz="1900" spc="-35">
                <a:latin typeface="Microsoft Sans Serif"/>
                <a:cs typeface="Microsoft Sans Serif"/>
              </a:rPr>
              <a:t> counter</a:t>
            </a:r>
            <a:endParaRPr sz="1900">
              <a:latin typeface="Microsoft Sans Serif"/>
              <a:cs typeface="Microsoft Sans Serif"/>
            </a:endParaRPr>
          </a:p>
          <a:p>
            <a:pPr marL="177800" indent="-165100">
              <a:lnSpc>
                <a:spcPts val="2200"/>
              </a:lnSpc>
              <a:buSzPct val="97368"/>
              <a:buChar char="•"/>
              <a:tabLst>
                <a:tab pos="177800" algn="l"/>
              </a:tabLst>
            </a:pPr>
            <a:r>
              <a:rPr dirty="0" sz="1900" spc="-100">
                <a:latin typeface="Microsoft Sans Serif"/>
                <a:cs typeface="Microsoft Sans Serif"/>
              </a:rPr>
              <a:t>Billing</a:t>
            </a:r>
            <a:r>
              <a:rPr dirty="0" sz="1900" spc="-60">
                <a:latin typeface="Microsoft Sans Serif"/>
                <a:cs typeface="Microsoft Sans Serif"/>
              </a:rPr>
              <a:t> </a:t>
            </a:r>
            <a:r>
              <a:rPr dirty="0" sz="1900" spc="-10">
                <a:latin typeface="Microsoft Sans Serif"/>
                <a:cs typeface="Microsoft Sans Serif"/>
              </a:rPr>
              <a:t>module</a:t>
            </a:r>
            <a:endParaRPr sz="1900">
              <a:latin typeface="Microsoft Sans Serif"/>
              <a:cs typeface="Microsoft Sans Serif"/>
            </a:endParaRPr>
          </a:p>
          <a:p>
            <a:pPr marL="177800" indent="-165100">
              <a:lnSpc>
                <a:spcPts val="2200"/>
              </a:lnSpc>
              <a:buSzPct val="97368"/>
              <a:buChar char="•"/>
              <a:tabLst>
                <a:tab pos="177800" algn="l"/>
              </a:tabLst>
            </a:pPr>
            <a:r>
              <a:rPr dirty="0" sz="1900" spc="-130">
                <a:latin typeface="Microsoft Sans Serif"/>
                <a:cs typeface="Microsoft Sans Serif"/>
              </a:rPr>
              <a:t>Sales</a:t>
            </a:r>
            <a:r>
              <a:rPr dirty="0" sz="1900" spc="-155">
                <a:latin typeface="Microsoft Sans Serif"/>
                <a:cs typeface="Microsoft Sans Serif"/>
              </a:rPr>
              <a:t> </a:t>
            </a:r>
            <a:r>
              <a:rPr dirty="0" sz="1900" spc="-10">
                <a:latin typeface="Microsoft Sans Serif"/>
                <a:cs typeface="Microsoft Sans Serif"/>
              </a:rPr>
              <a:t>reports</a:t>
            </a:r>
            <a:endParaRPr sz="1900">
              <a:latin typeface="Microsoft Sans Serif"/>
              <a:cs typeface="Microsoft Sans Serif"/>
            </a:endParaRPr>
          </a:p>
          <a:p>
            <a:pPr marL="177800" indent="-165100">
              <a:lnSpc>
                <a:spcPts val="2200"/>
              </a:lnSpc>
              <a:buSzPct val="97368"/>
              <a:buChar char="•"/>
              <a:tabLst>
                <a:tab pos="177800" algn="l"/>
              </a:tabLst>
            </a:pPr>
            <a:r>
              <a:rPr dirty="0" sz="1900" spc="-100">
                <a:latin typeface="Microsoft Sans Serif"/>
                <a:cs typeface="Microsoft Sans Serif"/>
              </a:rPr>
              <a:t>Role</a:t>
            </a:r>
            <a:r>
              <a:rPr dirty="0" sz="1850" spc="-100">
                <a:latin typeface="Microsoft Sans Serif"/>
                <a:cs typeface="Microsoft Sans Serif"/>
              </a:rPr>
              <a:t>-</a:t>
            </a:r>
            <a:r>
              <a:rPr dirty="0" sz="1900" spc="-85">
                <a:latin typeface="Microsoft Sans Serif"/>
                <a:cs typeface="Microsoft Sans Serif"/>
              </a:rPr>
              <a:t>based</a:t>
            </a:r>
            <a:r>
              <a:rPr dirty="0" sz="1900" spc="-60">
                <a:latin typeface="Microsoft Sans Serif"/>
                <a:cs typeface="Microsoft Sans Serif"/>
              </a:rPr>
              <a:t> </a:t>
            </a:r>
            <a:r>
              <a:rPr dirty="0" sz="1900" spc="-10">
                <a:latin typeface="Microsoft Sans Serif"/>
                <a:cs typeface="Microsoft Sans Serif"/>
              </a:rPr>
              <a:t>access</a:t>
            </a:r>
            <a:endParaRPr sz="1900">
              <a:latin typeface="Microsoft Sans Serif"/>
              <a:cs typeface="Microsoft Sans Serif"/>
            </a:endParaRPr>
          </a:p>
          <a:p>
            <a:pPr marL="177800" indent="-165100">
              <a:lnSpc>
                <a:spcPts val="2240"/>
              </a:lnSpc>
              <a:buSzPct val="97368"/>
              <a:buChar char="•"/>
              <a:tabLst>
                <a:tab pos="177800" algn="l"/>
              </a:tabLst>
            </a:pPr>
            <a:r>
              <a:rPr dirty="0" sz="1900" spc="-65">
                <a:latin typeface="Microsoft Sans Serif"/>
                <a:cs typeface="Microsoft Sans Serif"/>
              </a:rPr>
              <a:t>Web</a:t>
            </a:r>
            <a:r>
              <a:rPr dirty="0" sz="1900" spc="-130">
                <a:latin typeface="Microsoft Sans Serif"/>
                <a:cs typeface="Microsoft Sans Serif"/>
              </a:rPr>
              <a:t> </a:t>
            </a:r>
            <a:r>
              <a:rPr dirty="0" sz="1900" spc="-65">
                <a:latin typeface="Microsoft Sans Serif"/>
                <a:cs typeface="Microsoft Sans Serif"/>
              </a:rPr>
              <a:t>version</a:t>
            </a:r>
            <a:r>
              <a:rPr dirty="0" sz="1900" spc="-155">
                <a:latin typeface="Microsoft Sans Serif"/>
                <a:cs typeface="Microsoft Sans Serif"/>
              </a:rPr>
              <a:t> </a:t>
            </a:r>
            <a:r>
              <a:rPr dirty="0" sz="1900" spc="-80">
                <a:latin typeface="Microsoft Sans Serif"/>
                <a:cs typeface="Microsoft Sans Serif"/>
              </a:rPr>
              <a:t>using </a:t>
            </a:r>
            <a:r>
              <a:rPr dirty="0" sz="1900" spc="-20">
                <a:latin typeface="Microsoft Sans Serif"/>
                <a:cs typeface="Microsoft Sans Serif"/>
              </a:rPr>
              <a:t>Flask</a:t>
            </a:r>
            <a:endParaRPr sz="1900">
              <a:latin typeface="Microsoft Sans Serif"/>
              <a:cs typeface="Microsoft Sans Serif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242300" y="1689100"/>
            <a:ext cx="7429500" cy="6350000"/>
            <a:chOff x="8242300" y="1689100"/>
            <a:chExt cx="7429500" cy="6350000"/>
          </a:xfrm>
        </p:grpSpPr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394700" y="1828800"/>
              <a:ext cx="7277100" cy="62103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470900" y="1892300"/>
              <a:ext cx="7124700" cy="60198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242300" y="1689100"/>
              <a:ext cx="7289800" cy="61976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331200" y="1739900"/>
              <a:ext cx="7124700" cy="60198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242300" y="1689100"/>
              <a:ext cx="304800" cy="61976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331200" y="1739900"/>
              <a:ext cx="139700" cy="6019800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8763000" y="1964372"/>
            <a:ext cx="2037714" cy="4267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600" spc="-150">
                <a:latin typeface="Microsoft Sans Serif"/>
                <a:cs typeface="Microsoft Sans Serif"/>
              </a:rPr>
              <a:t>CONCLUSION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15"/>
              </a:lnSpc>
            </a:pPr>
            <a:r>
              <a:rPr dirty="0" spc="-110"/>
              <a:t>THE</a:t>
            </a:r>
            <a:r>
              <a:rPr dirty="0" spc="-30"/>
              <a:t> </a:t>
            </a:r>
            <a:r>
              <a:rPr dirty="0" spc="-80"/>
              <a:t>CULINARY</a:t>
            </a:r>
            <a:r>
              <a:rPr dirty="0" spc="-70"/>
              <a:t> </a:t>
            </a:r>
            <a:r>
              <a:rPr dirty="0" spc="-40"/>
              <a:t>HUB</a:t>
            </a:r>
            <a:r>
              <a:rPr dirty="0" spc="225"/>
              <a:t> </a:t>
            </a:r>
            <a:r>
              <a:rPr dirty="0" sz="1200"/>
              <a:t>•</a:t>
            </a:r>
            <a:r>
              <a:rPr dirty="0" sz="1200" spc="365"/>
              <a:t> </a:t>
            </a:r>
            <a:r>
              <a:rPr dirty="0" spc="-55"/>
              <a:t>Restaurant</a:t>
            </a:r>
            <a:r>
              <a:rPr dirty="0" spc="-125"/>
              <a:t> </a:t>
            </a:r>
            <a:r>
              <a:rPr dirty="0" spc="-30"/>
              <a:t>Menu</a:t>
            </a:r>
            <a:r>
              <a:rPr dirty="0" spc="-75"/>
              <a:t> </a:t>
            </a:r>
            <a:r>
              <a:rPr dirty="0" spc="-40"/>
              <a:t>Management</a:t>
            </a:r>
            <a:r>
              <a:rPr dirty="0" spc="-120"/>
              <a:t> </a:t>
            </a:r>
            <a:r>
              <a:rPr dirty="0" spc="-30"/>
              <a:t>System</a:t>
            </a:r>
            <a:endParaRPr sz="1200"/>
          </a:p>
        </p:txBody>
      </p:sp>
      <p:sp>
        <p:nvSpPr>
          <p:cNvPr id="24" name="object 2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15"/>
              </a:lnSpc>
            </a:pPr>
            <a:fld id="{81D60167-4931-47E6-BA6A-407CBD079E47}" type="slidenum">
              <a:rPr dirty="0" spc="-340"/>
              <a:t>10</a:t>
            </a:fld>
          </a:p>
        </p:txBody>
      </p:sp>
      <p:sp>
        <p:nvSpPr>
          <p:cNvPr id="20" name="object 20"/>
          <p:cNvSpPr txBox="1"/>
          <p:nvPr/>
        </p:nvSpPr>
        <p:spPr>
          <a:xfrm>
            <a:off x="8763000" y="2604084"/>
            <a:ext cx="7472680" cy="314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70">
                <a:latin typeface="Microsoft Sans Serif"/>
                <a:cs typeface="Microsoft Sans Serif"/>
              </a:rPr>
              <a:t>The</a:t>
            </a:r>
            <a:r>
              <a:rPr dirty="0" sz="1900" spc="-195">
                <a:latin typeface="Microsoft Sans Serif"/>
                <a:cs typeface="Microsoft Sans Serif"/>
              </a:rPr>
              <a:t> </a:t>
            </a:r>
            <a:r>
              <a:rPr dirty="0" sz="1900" spc="-45">
                <a:latin typeface="Microsoft Sans Serif"/>
                <a:cs typeface="Microsoft Sans Serif"/>
              </a:rPr>
              <a:t>project</a:t>
            </a:r>
            <a:r>
              <a:rPr dirty="0" sz="1900" spc="-75">
                <a:latin typeface="Microsoft Sans Serif"/>
                <a:cs typeface="Microsoft Sans Serif"/>
              </a:rPr>
              <a:t> </a:t>
            </a:r>
            <a:r>
              <a:rPr dirty="0" sz="1900" spc="-65">
                <a:latin typeface="Microsoft Sans Serif"/>
                <a:cs typeface="Microsoft Sans Serif"/>
              </a:rPr>
              <a:t>demonstrates </a:t>
            </a:r>
            <a:r>
              <a:rPr dirty="0" sz="1900" spc="-70">
                <a:latin typeface="Microsoft Sans Serif"/>
                <a:cs typeface="Microsoft Sans Serif"/>
              </a:rPr>
              <a:t>practical</a:t>
            </a:r>
            <a:r>
              <a:rPr dirty="0" sz="1900" spc="-45">
                <a:latin typeface="Microsoft Sans Serif"/>
                <a:cs typeface="Microsoft Sans Serif"/>
              </a:rPr>
              <a:t> </a:t>
            </a:r>
            <a:r>
              <a:rPr dirty="0" sz="1900" spc="-95">
                <a:latin typeface="Microsoft Sans Serif"/>
                <a:cs typeface="Microsoft Sans Serif"/>
              </a:rPr>
              <a:t>use</a:t>
            </a:r>
            <a:r>
              <a:rPr dirty="0" sz="1900" spc="-90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of</a:t>
            </a:r>
            <a:r>
              <a:rPr dirty="0" sz="1900" spc="-90">
                <a:latin typeface="Microsoft Sans Serif"/>
                <a:cs typeface="Microsoft Sans Serif"/>
              </a:rPr>
              <a:t> </a:t>
            </a:r>
            <a:r>
              <a:rPr dirty="0" sz="1900" spc="-80">
                <a:latin typeface="Microsoft Sans Serif"/>
                <a:cs typeface="Microsoft Sans Serif"/>
              </a:rPr>
              <a:t>Python</a:t>
            </a:r>
            <a:r>
              <a:rPr dirty="0" sz="1850" spc="-80">
                <a:latin typeface="Microsoft Sans Serif"/>
                <a:cs typeface="Microsoft Sans Serif"/>
              </a:rPr>
              <a:t>,</a:t>
            </a:r>
            <a:r>
              <a:rPr dirty="0" sz="1850" spc="75">
                <a:latin typeface="Microsoft Sans Serif"/>
                <a:cs typeface="Microsoft Sans Serif"/>
              </a:rPr>
              <a:t> </a:t>
            </a:r>
            <a:r>
              <a:rPr dirty="0" sz="1900" spc="-215">
                <a:latin typeface="Microsoft Sans Serif"/>
                <a:cs typeface="Microsoft Sans Serif"/>
              </a:rPr>
              <a:t>GUI</a:t>
            </a:r>
            <a:r>
              <a:rPr dirty="0" sz="1900" spc="-60">
                <a:latin typeface="Microsoft Sans Serif"/>
                <a:cs typeface="Microsoft Sans Serif"/>
              </a:rPr>
              <a:t> </a:t>
            </a:r>
            <a:r>
              <a:rPr dirty="0" sz="1900" spc="-65">
                <a:latin typeface="Microsoft Sans Serif"/>
                <a:cs typeface="Microsoft Sans Serif"/>
              </a:rPr>
              <a:t>programming</a:t>
            </a:r>
            <a:r>
              <a:rPr dirty="0" sz="1900" spc="-90">
                <a:latin typeface="Microsoft Sans Serif"/>
                <a:cs typeface="Microsoft Sans Serif"/>
              </a:rPr>
              <a:t> </a:t>
            </a:r>
            <a:r>
              <a:rPr dirty="0" sz="1900" spc="-100">
                <a:latin typeface="Microsoft Sans Serif"/>
                <a:cs typeface="Microsoft Sans Serif"/>
              </a:rPr>
              <a:t>and</a:t>
            </a:r>
            <a:r>
              <a:rPr dirty="0" sz="1900" spc="-90">
                <a:latin typeface="Microsoft Sans Serif"/>
                <a:cs typeface="Microsoft Sans Serif"/>
              </a:rPr>
              <a:t> </a:t>
            </a:r>
            <a:r>
              <a:rPr dirty="0" sz="1900" spc="-25">
                <a:latin typeface="Microsoft Sans Serif"/>
                <a:cs typeface="Microsoft Sans Serif"/>
              </a:rPr>
              <a:t>da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763000" y="3162884"/>
            <a:ext cx="6713220" cy="314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45">
                <a:latin typeface="Microsoft Sans Serif"/>
                <a:cs typeface="Microsoft Sans Serif"/>
              </a:rPr>
              <a:t>It</a:t>
            </a:r>
            <a:r>
              <a:rPr dirty="0" sz="1900" spc="-175">
                <a:latin typeface="Microsoft Sans Serif"/>
                <a:cs typeface="Microsoft Sans Serif"/>
              </a:rPr>
              <a:t> </a:t>
            </a:r>
            <a:r>
              <a:rPr dirty="0" sz="1900" spc="-80">
                <a:latin typeface="Microsoft Sans Serif"/>
                <a:cs typeface="Microsoft Sans Serif"/>
              </a:rPr>
              <a:t>can</a:t>
            </a:r>
            <a:r>
              <a:rPr dirty="0" sz="1900" spc="-50">
                <a:latin typeface="Microsoft Sans Serif"/>
                <a:cs typeface="Microsoft Sans Serif"/>
              </a:rPr>
              <a:t> </a:t>
            </a:r>
            <a:r>
              <a:rPr dirty="0" sz="1900" spc="-65">
                <a:latin typeface="Microsoft Sans Serif"/>
                <a:cs typeface="Microsoft Sans Serif"/>
              </a:rPr>
              <a:t>be</a:t>
            </a:r>
            <a:r>
              <a:rPr dirty="0" sz="1900" spc="-190">
                <a:latin typeface="Microsoft Sans Serif"/>
                <a:cs typeface="Microsoft Sans Serif"/>
              </a:rPr>
              <a:t> </a:t>
            </a:r>
            <a:r>
              <a:rPr dirty="0" sz="1900" spc="-80">
                <a:latin typeface="Microsoft Sans Serif"/>
                <a:cs typeface="Microsoft Sans Serif"/>
              </a:rPr>
              <a:t>expanded </a:t>
            </a:r>
            <a:r>
              <a:rPr dirty="0" sz="1900" spc="-45">
                <a:latin typeface="Microsoft Sans Serif"/>
                <a:cs typeface="Microsoft Sans Serif"/>
              </a:rPr>
              <a:t>into</a:t>
            </a:r>
            <a:r>
              <a:rPr dirty="0" sz="1900" spc="-135">
                <a:latin typeface="Microsoft Sans Serif"/>
                <a:cs typeface="Microsoft Sans Serif"/>
              </a:rPr>
              <a:t> a</a:t>
            </a:r>
            <a:r>
              <a:rPr dirty="0" sz="1900" spc="-114">
                <a:latin typeface="Microsoft Sans Serif"/>
                <a:cs typeface="Microsoft Sans Serif"/>
              </a:rPr>
              <a:t> </a:t>
            </a:r>
            <a:r>
              <a:rPr dirty="0" sz="1900" spc="-50">
                <a:latin typeface="Microsoft Sans Serif"/>
                <a:cs typeface="Microsoft Sans Serif"/>
              </a:rPr>
              <a:t>complete</a:t>
            </a:r>
            <a:r>
              <a:rPr dirty="0" sz="1900" spc="-80">
                <a:latin typeface="Microsoft Sans Serif"/>
                <a:cs typeface="Microsoft Sans Serif"/>
              </a:rPr>
              <a:t> </a:t>
            </a:r>
            <a:r>
              <a:rPr dirty="0" sz="1900" spc="-70">
                <a:latin typeface="Microsoft Sans Serif"/>
                <a:cs typeface="Microsoft Sans Serif"/>
              </a:rPr>
              <a:t>restaurant</a:t>
            </a:r>
            <a:r>
              <a:rPr dirty="0" sz="1900" spc="-65">
                <a:latin typeface="Microsoft Sans Serif"/>
                <a:cs typeface="Microsoft Sans Serif"/>
              </a:rPr>
              <a:t> </a:t>
            </a:r>
            <a:r>
              <a:rPr dirty="0" sz="1900" spc="-80">
                <a:latin typeface="Microsoft Sans Serif"/>
                <a:cs typeface="Microsoft Sans Serif"/>
              </a:rPr>
              <a:t>management</a:t>
            </a:r>
            <a:r>
              <a:rPr dirty="0" sz="1900" spc="-65">
                <a:latin typeface="Microsoft Sans Serif"/>
                <a:cs typeface="Microsoft Sans Serif"/>
              </a:rPr>
              <a:t> </a:t>
            </a:r>
            <a:r>
              <a:rPr dirty="0" sz="1900" spc="-55">
                <a:latin typeface="Microsoft Sans Serif"/>
                <a:cs typeface="Microsoft Sans Serif"/>
              </a:rPr>
              <a:t>system</a:t>
            </a:r>
            <a:r>
              <a:rPr dirty="0" sz="1850" spc="-55">
                <a:latin typeface="Microsoft Sans Serif"/>
                <a:cs typeface="Microsoft Sans Serif"/>
              </a:rPr>
              <a:t>.</a:t>
            </a:r>
            <a:endParaRPr sz="185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763000" y="3721684"/>
            <a:ext cx="1341755" cy="314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-105">
                <a:latin typeface="Microsoft Sans Serif"/>
                <a:cs typeface="Microsoft Sans Serif"/>
              </a:rPr>
              <a:t>THANK</a:t>
            </a:r>
            <a:r>
              <a:rPr dirty="0" sz="1900" spc="-170">
                <a:latin typeface="Microsoft Sans Serif"/>
                <a:cs typeface="Microsoft Sans Serif"/>
              </a:rPr>
              <a:t> </a:t>
            </a:r>
            <a:r>
              <a:rPr dirty="0" sz="1900" spc="-120">
                <a:latin typeface="Microsoft Sans Serif"/>
                <a:cs typeface="Microsoft Sans Serif"/>
              </a:rPr>
              <a:t>YOU</a:t>
            </a:r>
            <a:r>
              <a:rPr dirty="0" sz="1850" spc="-120">
                <a:latin typeface="Microsoft Sans Serif"/>
                <a:cs typeface="Microsoft Sans Serif"/>
              </a:rPr>
              <a:t>!</a:t>
            </a:r>
            <a:endParaRPr sz="18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2026-09-06T07:41:38Z</dcterms:created>
  <dcterms:modified xsi:type="dcterms:W3CDTF">2026-09-06T07:41:38Z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2026-09-06T00:00:00Z</vt:filetime>
  </property>
  <property fmtid="{D5CDD505-2E9C-101B-9397-08002B2CF9AE}" pid="4" name="Producer">
    <vt:lpwstr>Skia/PDF m128</vt:lpwstr>
  </property>
  <property fmtid="{D5CDD505-2E9C-101B-9397-08002B2CF9AE}" pid="5" name="LastSaved">
    <vt:filetime>2026-09-06T00:00:00Z</vt:filetime>
  </property>
</Properties>
</file>